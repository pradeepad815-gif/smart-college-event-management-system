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 id="2147483672" r:id="rId2"/>
  </p:sldMasterIdLst>
  <p:notesMasterIdLst>
    <p:notesMasterId r:id="rId14"/>
  </p:notesMasterIdLst>
  <p:sldIdLst>
    <p:sldId id="256" r:id="rId3"/>
    <p:sldId id="257" r:id="rId4"/>
    <p:sldId id="258" r:id="rId5"/>
    <p:sldId id="260" r:id="rId6"/>
    <p:sldId id="276" r:id="rId7"/>
    <p:sldId id="261" r:id="rId8"/>
    <p:sldId id="274" r:id="rId9"/>
    <p:sldId id="275" r:id="rId10"/>
    <p:sldId id="281" r:id="rId11"/>
    <p:sldId id="280" r:id="rId12"/>
    <p:sldId id="278" r:id="rId13"/>
  </p:sldIdLst>
  <p:sldSz cx="12192000" cy="6858000"/>
  <p:notesSz cx="7772400" cy="10058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2D200454-40CA-4A62-9FC3-DE9A4176ACB9}">
      <p15:notesGuideLst xmlns:p15="http://schemas.microsoft.com/office/powerpoint/2012/main">
        <p15:guide id="1" orient="horz" pos="2880">
          <p15:clr>
            <a:srgbClr val="000000"/>
          </p15:clr>
        </p15:guide>
        <p15:guide id="2" pos="2142">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8B2318-3F63-4BB2-B05C-48304E1FE2EC}" v="77" dt="2026-02-26T14:56:27.4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721" autoAdjust="0"/>
    <p:restoredTop sz="94660"/>
  </p:normalViewPr>
  <p:slideViewPr>
    <p:cSldViewPr snapToGrid="0">
      <p:cViewPr varScale="1">
        <p:scale>
          <a:sx n="78" d="100"/>
          <a:sy n="78" d="100"/>
        </p:scale>
        <p:origin x="1214" y="62"/>
      </p:cViewPr>
      <p:guideLst>
        <p:guide orient="horz" pos="2160"/>
        <p:guide pos="3839"/>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4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533400" y="763588"/>
            <a:ext cx="6702425" cy="37703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77875" y="4776788"/>
            <a:ext cx="6216650" cy="452437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5" name="Google Shape;5;n"/>
          <p:cNvSpPr txBox="1">
            <a:spLocks noGrp="1"/>
          </p:cNvSpPr>
          <p:nvPr>
            <p:ph type="hdr" idx="3"/>
          </p:nvPr>
        </p:nvSpPr>
        <p:spPr>
          <a:xfrm>
            <a:off x="0" y="0"/>
            <a:ext cx="3371850" cy="501650"/>
          </a:xfrm>
          <a:prstGeom prst="rect">
            <a:avLst/>
          </a:prstGeom>
          <a:noFill/>
          <a:ln>
            <a:noFill/>
          </a:ln>
        </p:spPr>
        <p:txBody>
          <a:bodyPr spcFirstLastPara="1" wrap="square" lIns="0" tIns="0" rIns="0" bIns="0" anchor="t" anchorCtr="0">
            <a:noAutofit/>
          </a:bodyPr>
          <a:lstStyle>
            <a:lvl1pPr marR="0" lvl="0" algn="l" rtl="0">
              <a:lnSpc>
                <a:spcPct val="93000"/>
              </a:lnSpc>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 name="Google Shape;6;n"/>
          <p:cNvSpPr txBox="1">
            <a:spLocks noGrp="1"/>
          </p:cNvSpPr>
          <p:nvPr>
            <p:ph type="dt" idx="10"/>
          </p:nvPr>
        </p:nvSpPr>
        <p:spPr>
          <a:xfrm>
            <a:off x="4398963" y="0"/>
            <a:ext cx="3371850" cy="501650"/>
          </a:xfrm>
          <a:prstGeom prst="rect">
            <a:avLst/>
          </a:prstGeom>
          <a:noFill/>
          <a:ln>
            <a:noFill/>
          </a:ln>
        </p:spPr>
        <p:txBody>
          <a:bodyPr spcFirstLastPara="1" wrap="square" lIns="0" tIns="0" rIns="0" bIns="0" anchor="t" anchorCtr="0">
            <a:noAutofit/>
          </a:bodyPr>
          <a:lstStyle>
            <a:lvl1pPr marR="0" lvl="0" algn="r" rtl="0">
              <a:lnSpc>
                <a:spcPct val="93000"/>
              </a:lnSpc>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555163"/>
            <a:ext cx="3371850" cy="501650"/>
          </a:xfrm>
          <a:prstGeom prst="rect">
            <a:avLst/>
          </a:prstGeom>
          <a:noFill/>
          <a:ln>
            <a:noFill/>
          </a:ln>
        </p:spPr>
        <p:txBody>
          <a:bodyPr spcFirstLastPara="1" wrap="square" lIns="0" tIns="0" rIns="0" bIns="0" anchor="b" anchorCtr="0">
            <a:noAutofit/>
          </a:bodyPr>
          <a:lstStyle>
            <a:lvl1pPr marR="0" lvl="0" algn="l" rtl="0">
              <a:lnSpc>
                <a:spcPct val="93000"/>
              </a:lnSpc>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a:t>
            </a:fld>
            <a:endParaRPr sz="1400" b="0" i="0" u="none" strike="noStrike" cap="none">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1</a:t>
            </a:fld>
            <a:endParaRPr sz="1400" b="0" i="0" u="none" strike="noStrike" cap="none">
              <a:solidFill>
                <a:srgbClr val="000000"/>
              </a:solidFill>
              <a:latin typeface="Times New Roman"/>
              <a:ea typeface="Times New Roman"/>
              <a:cs typeface="Times New Roman"/>
              <a:sym typeface="Times New Roman"/>
            </a:endParaRPr>
          </a:p>
        </p:txBody>
      </p:sp>
      <p:sp>
        <p:nvSpPr>
          <p:cNvPr id="143" name="Google Shape;143;p1: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44" name="Google Shape;144;p1: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2: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2</a:t>
            </a:fld>
            <a:endParaRPr sz="1400" b="0" i="0" u="none" strike="noStrike" cap="none">
              <a:solidFill>
                <a:srgbClr val="000000"/>
              </a:solidFill>
              <a:latin typeface="Times New Roman"/>
              <a:ea typeface="Times New Roman"/>
              <a:cs typeface="Times New Roman"/>
              <a:sym typeface="Times New Roman"/>
            </a:endParaRPr>
          </a:p>
        </p:txBody>
      </p:sp>
      <p:sp>
        <p:nvSpPr>
          <p:cNvPr id="155" name="Google Shape;155;p2: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56" name="Google Shape;156;p2: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3: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3</a:t>
            </a:fld>
            <a:endParaRPr sz="1400" b="0" i="0" u="none" strike="noStrike" cap="none">
              <a:solidFill>
                <a:srgbClr val="000000"/>
              </a:solidFill>
              <a:latin typeface="Times New Roman"/>
              <a:ea typeface="Times New Roman"/>
              <a:cs typeface="Times New Roman"/>
              <a:sym typeface="Times New Roman"/>
            </a:endParaRPr>
          </a:p>
        </p:txBody>
      </p:sp>
      <p:sp>
        <p:nvSpPr>
          <p:cNvPr id="164" name="Google Shape;164;p3: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65" name="Google Shape;165;p3: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5: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4</a:t>
            </a:fld>
            <a:endParaRPr sz="1400" b="0" i="0" u="none" strike="noStrike" cap="none">
              <a:solidFill>
                <a:srgbClr val="000000"/>
              </a:solidFill>
              <a:latin typeface="Times New Roman"/>
              <a:ea typeface="Times New Roman"/>
              <a:cs typeface="Times New Roman"/>
              <a:sym typeface="Times New Roman"/>
            </a:endParaRPr>
          </a:p>
        </p:txBody>
      </p:sp>
      <p:sp>
        <p:nvSpPr>
          <p:cNvPr id="182" name="Google Shape;182;p5: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83" name="Google Shape;183;p5: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a:extLst>
            <a:ext uri="{FF2B5EF4-FFF2-40B4-BE49-F238E27FC236}">
              <a16:creationId xmlns:a16="http://schemas.microsoft.com/office/drawing/2014/main" id="{5508BF38-E766-493B-4981-55122054D20E}"/>
            </a:ext>
          </a:extLst>
        </p:cNvPr>
        <p:cNvGrpSpPr/>
        <p:nvPr/>
      </p:nvGrpSpPr>
      <p:grpSpPr>
        <a:xfrm>
          <a:off x="0" y="0"/>
          <a:ext cx="0" cy="0"/>
          <a:chOff x="0" y="0"/>
          <a:chExt cx="0" cy="0"/>
        </a:xfrm>
      </p:grpSpPr>
      <p:sp>
        <p:nvSpPr>
          <p:cNvPr id="181" name="Google Shape;181;p5:notes">
            <a:extLst>
              <a:ext uri="{FF2B5EF4-FFF2-40B4-BE49-F238E27FC236}">
                <a16:creationId xmlns:a16="http://schemas.microsoft.com/office/drawing/2014/main" id="{DBEB5696-9778-3DD4-7B5D-8C445FFDEB66}"/>
              </a:ext>
            </a:extLst>
          </p:cNvPr>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5</a:t>
            </a:fld>
            <a:endParaRPr sz="1400" b="0" i="0" u="none" strike="noStrike" cap="none">
              <a:solidFill>
                <a:srgbClr val="000000"/>
              </a:solidFill>
              <a:latin typeface="Times New Roman"/>
              <a:ea typeface="Times New Roman"/>
              <a:cs typeface="Times New Roman"/>
              <a:sym typeface="Times New Roman"/>
            </a:endParaRPr>
          </a:p>
        </p:txBody>
      </p:sp>
      <p:sp>
        <p:nvSpPr>
          <p:cNvPr id="182" name="Google Shape;182;p5:notes">
            <a:extLst>
              <a:ext uri="{FF2B5EF4-FFF2-40B4-BE49-F238E27FC236}">
                <a16:creationId xmlns:a16="http://schemas.microsoft.com/office/drawing/2014/main" id="{0F713617-353C-333E-6BF2-B8DD01DA4E1A}"/>
              </a:ext>
            </a:extLst>
          </p:cNvPr>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83" name="Google Shape;183;p5:notes">
            <a:extLst>
              <a:ext uri="{FF2B5EF4-FFF2-40B4-BE49-F238E27FC236}">
                <a16:creationId xmlns:a16="http://schemas.microsoft.com/office/drawing/2014/main" id="{F47830FA-35B4-B426-F750-43E34F2920C9}"/>
              </a:ext>
            </a:extLst>
          </p:cNvPr>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extLst>
      <p:ext uri="{BB962C8B-B14F-4D97-AF65-F5344CB8AC3E}">
        <p14:creationId xmlns:p14="http://schemas.microsoft.com/office/powerpoint/2010/main" val="2964366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6: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6</a:t>
            </a:fld>
            <a:endParaRPr sz="1400" b="0" i="0" u="none" strike="noStrike" cap="none">
              <a:solidFill>
                <a:srgbClr val="000000"/>
              </a:solidFill>
              <a:latin typeface="Times New Roman"/>
              <a:ea typeface="Times New Roman"/>
              <a:cs typeface="Times New Roman"/>
              <a:sym typeface="Times New Roman"/>
            </a:endParaRPr>
          </a:p>
        </p:txBody>
      </p:sp>
      <p:sp>
        <p:nvSpPr>
          <p:cNvPr id="192" name="Google Shape;192;p6: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93" name="Google Shape;193;p6: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914401" y="2130425"/>
            <a:ext cx="10361084"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26" name="Google Shape;26;p4"/>
          <p:cNvSpPr txBox="1">
            <a:spLocks noGrp="1"/>
          </p:cNvSpPr>
          <p:nvPr>
            <p:ph type="body" idx="1"/>
          </p:nvPr>
        </p:nvSpPr>
        <p:spPr>
          <a:xfrm>
            <a:off x="609600" y="1604963"/>
            <a:ext cx="10971213" cy="3975100"/>
          </a:xfrm>
          <a:prstGeom prst="rect">
            <a:avLst/>
          </a:prstGeom>
          <a:noFill/>
          <a:ln>
            <a:noFill/>
          </a:ln>
        </p:spPr>
        <p:txBody>
          <a:bodyPr spcFirstLastPara="1" wrap="square" lIns="0" tIns="69075" rIns="0" bIns="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40"/>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90"/>
              </a:spcBef>
              <a:spcAft>
                <a:spcPts val="0"/>
              </a:spcAft>
              <a:buSzPts val="1800"/>
              <a:buChar char="»"/>
              <a:defRPr/>
            </a:lvl5pPr>
            <a:lvl6pPr marL="2743200" lvl="5" indent="-228600" algn="l">
              <a:lnSpc>
                <a:spcPct val="83000"/>
              </a:lnSpc>
              <a:spcBef>
                <a:spcPts val="290"/>
              </a:spcBef>
              <a:spcAft>
                <a:spcPts val="0"/>
              </a:spcAft>
              <a:buSzPts val="1400"/>
              <a:buNone/>
              <a:defRPr/>
            </a:lvl6pPr>
            <a:lvl7pPr marL="3200400" lvl="6" indent="-228600" algn="l">
              <a:lnSpc>
                <a:spcPct val="83000"/>
              </a:lnSpc>
              <a:spcBef>
                <a:spcPts val="290"/>
              </a:spcBef>
              <a:spcAft>
                <a:spcPts val="0"/>
              </a:spcAft>
              <a:buSzPts val="1400"/>
              <a:buNone/>
              <a:defRPr/>
            </a:lvl7pPr>
            <a:lvl8pPr marL="3657600" lvl="7" indent="-228600" algn="l">
              <a:lnSpc>
                <a:spcPct val="83000"/>
              </a:lnSpc>
              <a:spcBef>
                <a:spcPts val="290"/>
              </a:spcBef>
              <a:spcAft>
                <a:spcPts val="0"/>
              </a:spcAft>
              <a:buSzPts val="1400"/>
              <a:buNone/>
              <a:defRPr/>
            </a:lvl8pPr>
            <a:lvl9pPr marL="4114800" lvl="8" indent="-228600" algn="l">
              <a:lnSpc>
                <a:spcPct val="83000"/>
              </a:lnSpc>
              <a:spcBef>
                <a:spcPts val="290"/>
              </a:spcBef>
              <a:spcAft>
                <a:spcPts val="0"/>
              </a:spcAft>
              <a:buSzPts val="1400"/>
              <a:buNone/>
              <a:defRPr/>
            </a:lvl9pPr>
          </a:lstStyle>
          <a:p>
            <a:endParaRPr/>
          </a:p>
        </p:txBody>
      </p:sp>
      <p:sp>
        <p:nvSpPr>
          <p:cNvPr id="27" name="Google Shape;27;p4"/>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lnSpc>
                <a:spcPct val="83000"/>
              </a:lnSpc>
              <a:spcBef>
                <a:spcPts val="0"/>
              </a:spcBef>
              <a:spcAft>
                <a:spcPts val="0"/>
              </a:spcAft>
              <a:buSzPts val="1400"/>
              <a:buNone/>
              <a:defRPr sz="4000" b="1" cap="none"/>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963084" y="2906713"/>
            <a:ext cx="10363200" cy="1500187"/>
          </a:xfrm>
          <a:prstGeom prst="rect">
            <a:avLst/>
          </a:prstGeom>
          <a:noFill/>
          <a:ln>
            <a:noFill/>
          </a:ln>
        </p:spPr>
        <p:txBody>
          <a:bodyPr spcFirstLastPara="1" wrap="square" lIns="0" tIns="69075" rIns="0" bIns="0" anchor="b" anchorCtr="0">
            <a:noAutofit/>
          </a:bodyPr>
          <a:lstStyle>
            <a:lvl1pPr marL="457200" lvl="0" indent="-228600" algn="l">
              <a:lnSpc>
                <a:spcPct val="83000"/>
              </a:lnSpc>
              <a:spcBef>
                <a:spcPts val="1425"/>
              </a:spcBef>
              <a:spcAft>
                <a:spcPts val="0"/>
              </a:spcAft>
              <a:buSzPts val="2000"/>
              <a:buNone/>
              <a:defRPr sz="2000"/>
            </a:lvl1pPr>
            <a:lvl2pPr marL="914400" lvl="1" indent="-228600" algn="l">
              <a:lnSpc>
                <a:spcPct val="83000"/>
              </a:lnSpc>
              <a:spcBef>
                <a:spcPts val="1140"/>
              </a:spcBef>
              <a:spcAft>
                <a:spcPts val="0"/>
              </a:spcAft>
              <a:buSzPts val="1800"/>
              <a:buNone/>
              <a:defRPr sz="1800"/>
            </a:lvl2pPr>
            <a:lvl3pPr marL="1371600" lvl="2" indent="-228600" algn="l">
              <a:lnSpc>
                <a:spcPct val="83000"/>
              </a:lnSpc>
              <a:spcBef>
                <a:spcPts val="850"/>
              </a:spcBef>
              <a:spcAft>
                <a:spcPts val="0"/>
              </a:spcAft>
              <a:buSzPts val="1600"/>
              <a:buNone/>
              <a:defRPr sz="1600"/>
            </a:lvl3pPr>
            <a:lvl4pPr marL="1828800" lvl="3" indent="-228600" algn="l">
              <a:lnSpc>
                <a:spcPct val="83000"/>
              </a:lnSpc>
              <a:spcBef>
                <a:spcPts val="575"/>
              </a:spcBef>
              <a:spcAft>
                <a:spcPts val="0"/>
              </a:spcAft>
              <a:buSzPts val="1400"/>
              <a:buNone/>
              <a:defRPr sz="1400"/>
            </a:lvl4pPr>
            <a:lvl5pPr marL="2286000" lvl="4" indent="-228600" algn="l">
              <a:lnSpc>
                <a:spcPct val="83000"/>
              </a:lnSpc>
              <a:spcBef>
                <a:spcPts val="290"/>
              </a:spcBef>
              <a:spcAft>
                <a:spcPts val="0"/>
              </a:spcAft>
              <a:buSzPts val="1400"/>
              <a:buNone/>
              <a:defRPr sz="1400"/>
            </a:lvl5pPr>
            <a:lvl6pPr marL="2743200" lvl="5" indent="-228600" algn="l">
              <a:lnSpc>
                <a:spcPct val="83000"/>
              </a:lnSpc>
              <a:spcBef>
                <a:spcPts val="290"/>
              </a:spcBef>
              <a:spcAft>
                <a:spcPts val="0"/>
              </a:spcAft>
              <a:buSzPts val="1400"/>
              <a:buNone/>
              <a:defRPr sz="1400"/>
            </a:lvl6pPr>
            <a:lvl7pPr marL="3200400" lvl="6" indent="-228600" algn="l">
              <a:lnSpc>
                <a:spcPct val="83000"/>
              </a:lnSpc>
              <a:spcBef>
                <a:spcPts val="290"/>
              </a:spcBef>
              <a:spcAft>
                <a:spcPts val="0"/>
              </a:spcAft>
              <a:buSzPts val="1400"/>
              <a:buNone/>
              <a:defRPr sz="1400"/>
            </a:lvl7pPr>
            <a:lvl8pPr marL="3657600" lvl="7" indent="-228600" algn="l">
              <a:lnSpc>
                <a:spcPct val="83000"/>
              </a:lnSpc>
              <a:spcBef>
                <a:spcPts val="290"/>
              </a:spcBef>
              <a:spcAft>
                <a:spcPts val="0"/>
              </a:spcAft>
              <a:buSzPts val="1400"/>
              <a:buNone/>
              <a:defRPr sz="1400"/>
            </a:lvl8pPr>
            <a:lvl9pPr marL="4114800" lvl="8" indent="-228600" algn="l">
              <a:lnSpc>
                <a:spcPct val="83000"/>
              </a:lnSpc>
              <a:spcBef>
                <a:spcPts val="290"/>
              </a:spcBef>
              <a:spcAft>
                <a:spcPts val="0"/>
              </a:spcAft>
              <a:buSzPts val="1400"/>
              <a:buNone/>
              <a:defRPr sz="1400"/>
            </a:lvl9pPr>
          </a:lstStyle>
          <a:p>
            <a:endParaRPr/>
          </a:p>
        </p:txBody>
      </p:sp>
      <p:sp>
        <p:nvSpPr>
          <p:cNvPr id="32" name="Google Shape;32;p5"/>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36" name="Google Shape;36;p6"/>
          <p:cNvSpPr txBox="1">
            <a:spLocks noGrp="1"/>
          </p:cNvSpPr>
          <p:nvPr>
            <p:ph type="body" idx="1"/>
          </p:nvPr>
        </p:nvSpPr>
        <p:spPr>
          <a:xfrm>
            <a:off x="609601" y="1604963"/>
            <a:ext cx="5382684" cy="3975100"/>
          </a:xfrm>
          <a:prstGeom prst="rect">
            <a:avLst/>
          </a:prstGeom>
          <a:noFill/>
          <a:ln>
            <a:noFill/>
          </a:ln>
        </p:spPr>
        <p:txBody>
          <a:bodyPr spcFirstLastPara="1" wrap="square" lIns="0" tIns="69075" rIns="0" bIns="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40"/>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90"/>
              </a:spcBef>
              <a:spcAft>
                <a:spcPts val="0"/>
              </a:spcAft>
              <a:buSzPts val="1800"/>
              <a:buChar char="»"/>
              <a:defRPr sz="1800"/>
            </a:lvl5pPr>
            <a:lvl6pPr marL="2743200" lvl="5" indent="-228600" algn="l">
              <a:lnSpc>
                <a:spcPct val="83000"/>
              </a:lnSpc>
              <a:spcBef>
                <a:spcPts val="290"/>
              </a:spcBef>
              <a:spcAft>
                <a:spcPts val="0"/>
              </a:spcAft>
              <a:buSzPts val="1400"/>
              <a:buNone/>
              <a:defRPr sz="1800"/>
            </a:lvl6pPr>
            <a:lvl7pPr marL="3200400" lvl="6" indent="-228600" algn="l">
              <a:lnSpc>
                <a:spcPct val="83000"/>
              </a:lnSpc>
              <a:spcBef>
                <a:spcPts val="290"/>
              </a:spcBef>
              <a:spcAft>
                <a:spcPts val="0"/>
              </a:spcAft>
              <a:buSzPts val="1400"/>
              <a:buNone/>
              <a:defRPr sz="1800"/>
            </a:lvl7pPr>
            <a:lvl8pPr marL="3657600" lvl="7" indent="-228600" algn="l">
              <a:lnSpc>
                <a:spcPct val="83000"/>
              </a:lnSpc>
              <a:spcBef>
                <a:spcPts val="290"/>
              </a:spcBef>
              <a:spcAft>
                <a:spcPts val="0"/>
              </a:spcAft>
              <a:buSzPts val="1400"/>
              <a:buNone/>
              <a:defRPr sz="1800"/>
            </a:lvl8pPr>
            <a:lvl9pPr marL="4114800" lvl="8" indent="-228600" algn="l">
              <a:lnSpc>
                <a:spcPct val="83000"/>
              </a:lnSpc>
              <a:spcBef>
                <a:spcPts val="290"/>
              </a:spcBef>
              <a:spcAft>
                <a:spcPts val="0"/>
              </a:spcAft>
              <a:buSzPts val="1400"/>
              <a:buNone/>
              <a:defRPr sz="1800"/>
            </a:lvl9pPr>
          </a:lstStyle>
          <a:p>
            <a:endParaRPr/>
          </a:p>
        </p:txBody>
      </p:sp>
      <p:sp>
        <p:nvSpPr>
          <p:cNvPr id="37" name="Google Shape;37;p6"/>
          <p:cNvSpPr txBox="1">
            <a:spLocks noGrp="1"/>
          </p:cNvSpPr>
          <p:nvPr>
            <p:ph type="body" idx="2"/>
          </p:nvPr>
        </p:nvSpPr>
        <p:spPr>
          <a:xfrm>
            <a:off x="6195484" y="1604963"/>
            <a:ext cx="5384800" cy="3975100"/>
          </a:xfrm>
          <a:prstGeom prst="rect">
            <a:avLst/>
          </a:prstGeom>
          <a:noFill/>
          <a:ln>
            <a:noFill/>
          </a:ln>
        </p:spPr>
        <p:txBody>
          <a:bodyPr spcFirstLastPara="1" wrap="square" lIns="0" tIns="69075" rIns="0" bIns="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40"/>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90"/>
              </a:spcBef>
              <a:spcAft>
                <a:spcPts val="0"/>
              </a:spcAft>
              <a:buSzPts val="1800"/>
              <a:buChar char="»"/>
              <a:defRPr sz="1800"/>
            </a:lvl5pPr>
            <a:lvl6pPr marL="2743200" lvl="5" indent="-228600" algn="l">
              <a:lnSpc>
                <a:spcPct val="83000"/>
              </a:lnSpc>
              <a:spcBef>
                <a:spcPts val="290"/>
              </a:spcBef>
              <a:spcAft>
                <a:spcPts val="0"/>
              </a:spcAft>
              <a:buSzPts val="1400"/>
              <a:buNone/>
              <a:defRPr sz="1800"/>
            </a:lvl6pPr>
            <a:lvl7pPr marL="3200400" lvl="6" indent="-228600" algn="l">
              <a:lnSpc>
                <a:spcPct val="83000"/>
              </a:lnSpc>
              <a:spcBef>
                <a:spcPts val="290"/>
              </a:spcBef>
              <a:spcAft>
                <a:spcPts val="0"/>
              </a:spcAft>
              <a:buSzPts val="1400"/>
              <a:buNone/>
              <a:defRPr sz="1800"/>
            </a:lvl7pPr>
            <a:lvl8pPr marL="3657600" lvl="7" indent="-228600" algn="l">
              <a:lnSpc>
                <a:spcPct val="83000"/>
              </a:lnSpc>
              <a:spcBef>
                <a:spcPts val="290"/>
              </a:spcBef>
              <a:spcAft>
                <a:spcPts val="0"/>
              </a:spcAft>
              <a:buSzPts val="1400"/>
              <a:buNone/>
              <a:defRPr sz="1800"/>
            </a:lvl8pPr>
            <a:lvl9pPr marL="4114800" lvl="8" indent="-228600" algn="l">
              <a:lnSpc>
                <a:spcPct val="83000"/>
              </a:lnSpc>
              <a:spcBef>
                <a:spcPts val="290"/>
              </a:spcBef>
              <a:spcAft>
                <a:spcPts val="0"/>
              </a:spcAft>
              <a:buSzPts val="1400"/>
              <a:buNone/>
              <a:defRPr sz="1800"/>
            </a:lvl9pPr>
          </a:lstStyle>
          <a:p>
            <a:endParaRPr/>
          </a:p>
        </p:txBody>
      </p:sp>
      <p:sp>
        <p:nvSpPr>
          <p:cNvPr id="38" name="Google Shape;38;p6"/>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609600" y="1535113"/>
            <a:ext cx="5386917" cy="639762"/>
          </a:xfrm>
          <a:prstGeom prst="rect">
            <a:avLst/>
          </a:prstGeom>
          <a:noFill/>
          <a:ln>
            <a:noFill/>
          </a:ln>
        </p:spPr>
        <p:txBody>
          <a:bodyPr spcFirstLastPara="1" wrap="square" lIns="0" tIns="69075" rIns="0" bIns="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40"/>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90"/>
              </a:spcBef>
              <a:spcAft>
                <a:spcPts val="0"/>
              </a:spcAft>
              <a:buSzPts val="1600"/>
              <a:buNone/>
              <a:defRPr sz="1600" b="1"/>
            </a:lvl5pPr>
            <a:lvl6pPr marL="2743200" lvl="5" indent="-228600" algn="l">
              <a:lnSpc>
                <a:spcPct val="83000"/>
              </a:lnSpc>
              <a:spcBef>
                <a:spcPts val="290"/>
              </a:spcBef>
              <a:spcAft>
                <a:spcPts val="0"/>
              </a:spcAft>
              <a:buSzPts val="1600"/>
              <a:buNone/>
              <a:defRPr sz="1600" b="1"/>
            </a:lvl6pPr>
            <a:lvl7pPr marL="3200400" lvl="6" indent="-228600" algn="l">
              <a:lnSpc>
                <a:spcPct val="83000"/>
              </a:lnSpc>
              <a:spcBef>
                <a:spcPts val="290"/>
              </a:spcBef>
              <a:spcAft>
                <a:spcPts val="0"/>
              </a:spcAft>
              <a:buSzPts val="1600"/>
              <a:buNone/>
              <a:defRPr sz="1600" b="1"/>
            </a:lvl7pPr>
            <a:lvl8pPr marL="3657600" lvl="7" indent="-228600" algn="l">
              <a:lnSpc>
                <a:spcPct val="83000"/>
              </a:lnSpc>
              <a:spcBef>
                <a:spcPts val="290"/>
              </a:spcBef>
              <a:spcAft>
                <a:spcPts val="0"/>
              </a:spcAft>
              <a:buSzPts val="1600"/>
              <a:buNone/>
              <a:defRPr sz="1600" b="1"/>
            </a:lvl8pPr>
            <a:lvl9pPr marL="4114800" lvl="8" indent="-228600" algn="l">
              <a:lnSpc>
                <a:spcPct val="83000"/>
              </a:lnSpc>
              <a:spcBef>
                <a:spcPts val="290"/>
              </a:spcBef>
              <a:spcAft>
                <a:spcPts val="0"/>
              </a:spcAft>
              <a:buSzPts val="1600"/>
              <a:buNone/>
              <a:defRPr sz="1600" b="1"/>
            </a:lvl9pPr>
          </a:lstStyle>
          <a:p>
            <a:endParaRPr/>
          </a:p>
        </p:txBody>
      </p:sp>
      <p:sp>
        <p:nvSpPr>
          <p:cNvPr id="43" name="Google Shape;43;p7"/>
          <p:cNvSpPr txBox="1">
            <a:spLocks noGrp="1"/>
          </p:cNvSpPr>
          <p:nvPr>
            <p:ph type="body" idx="2"/>
          </p:nvPr>
        </p:nvSpPr>
        <p:spPr>
          <a:xfrm>
            <a:off x="609600" y="2174875"/>
            <a:ext cx="5386917" cy="3951288"/>
          </a:xfrm>
          <a:prstGeom prst="rect">
            <a:avLst/>
          </a:prstGeom>
          <a:noFill/>
          <a:ln>
            <a:noFill/>
          </a:ln>
        </p:spPr>
        <p:txBody>
          <a:bodyPr spcFirstLastPara="1" wrap="square" lIns="0" tIns="69075" rIns="0" bIns="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40"/>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90"/>
              </a:spcBef>
              <a:spcAft>
                <a:spcPts val="0"/>
              </a:spcAft>
              <a:buSzPts val="1600"/>
              <a:buChar char="»"/>
              <a:defRPr sz="1600"/>
            </a:lvl5pPr>
            <a:lvl6pPr marL="2743200" lvl="5" indent="-228600" algn="l">
              <a:lnSpc>
                <a:spcPct val="83000"/>
              </a:lnSpc>
              <a:spcBef>
                <a:spcPts val="290"/>
              </a:spcBef>
              <a:spcAft>
                <a:spcPts val="0"/>
              </a:spcAft>
              <a:buSzPts val="1400"/>
              <a:buNone/>
              <a:defRPr sz="1600"/>
            </a:lvl6pPr>
            <a:lvl7pPr marL="3200400" lvl="6" indent="-228600" algn="l">
              <a:lnSpc>
                <a:spcPct val="83000"/>
              </a:lnSpc>
              <a:spcBef>
                <a:spcPts val="290"/>
              </a:spcBef>
              <a:spcAft>
                <a:spcPts val="0"/>
              </a:spcAft>
              <a:buSzPts val="1400"/>
              <a:buNone/>
              <a:defRPr sz="1600"/>
            </a:lvl7pPr>
            <a:lvl8pPr marL="3657600" lvl="7" indent="-228600" algn="l">
              <a:lnSpc>
                <a:spcPct val="83000"/>
              </a:lnSpc>
              <a:spcBef>
                <a:spcPts val="290"/>
              </a:spcBef>
              <a:spcAft>
                <a:spcPts val="0"/>
              </a:spcAft>
              <a:buSzPts val="1400"/>
              <a:buNone/>
              <a:defRPr sz="1600"/>
            </a:lvl8pPr>
            <a:lvl9pPr marL="4114800" lvl="8" indent="-228600" algn="l">
              <a:lnSpc>
                <a:spcPct val="83000"/>
              </a:lnSpc>
              <a:spcBef>
                <a:spcPts val="290"/>
              </a:spcBef>
              <a:spcAft>
                <a:spcPts val="0"/>
              </a:spcAft>
              <a:buSzPts val="1400"/>
              <a:buNone/>
              <a:defRPr sz="1600"/>
            </a:lvl9pPr>
          </a:lstStyle>
          <a:p>
            <a:endParaRPr/>
          </a:p>
        </p:txBody>
      </p:sp>
      <p:sp>
        <p:nvSpPr>
          <p:cNvPr id="44" name="Google Shape;44;p7"/>
          <p:cNvSpPr txBox="1">
            <a:spLocks noGrp="1"/>
          </p:cNvSpPr>
          <p:nvPr>
            <p:ph type="body" idx="3"/>
          </p:nvPr>
        </p:nvSpPr>
        <p:spPr>
          <a:xfrm>
            <a:off x="6193368" y="1535113"/>
            <a:ext cx="5389033" cy="639762"/>
          </a:xfrm>
          <a:prstGeom prst="rect">
            <a:avLst/>
          </a:prstGeom>
          <a:noFill/>
          <a:ln>
            <a:noFill/>
          </a:ln>
        </p:spPr>
        <p:txBody>
          <a:bodyPr spcFirstLastPara="1" wrap="square" lIns="0" tIns="69075" rIns="0" bIns="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40"/>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90"/>
              </a:spcBef>
              <a:spcAft>
                <a:spcPts val="0"/>
              </a:spcAft>
              <a:buSzPts val="1600"/>
              <a:buNone/>
              <a:defRPr sz="1600" b="1"/>
            </a:lvl5pPr>
            <a:lvl6pPr marL="2743200" lvl="5" indent="-228600" algn="l">
              <a:lnSpc>
                <a:spcPct val="83000"/>
              </a:lnSpc>
              <a:spcBef>
                <a:spcPts val="290"/>
              </a:spcBef>
              <a:spcAft>
                <a:spcPts val="0"/>
              </a:spcAft>
              <a:buSzPts val="1600"/>
              <a:buNone/>
              <a:defRPr sz="1600" b="1"/>
            </a:lvl6pPr>
            <a:lvl7pPr marL="3200400" lvl="6" indent="-228600" algn="l">
              <a:lnSpc>
                <a:spcPct val="83000"/>
              </a:lnSpc>
              <a:spcBef>
                <a:spcPts val="290"/>
              </a:spcBef>
              <a:spcAft>
                <a:spcPts val="0"/>
              </a:spcAft>
              <a:buSzPts val="1600"/>
              <a:buNone/>
              <a:defRPr sz="1600" b="1"/>
            </a:lvl7pPr>
            <a:lvl8pPr marL="3657600" lvl="7" indent="-228600" algn="l">
              <a:lnSpc>
                <a:spcPct val="83000"/>
              </a:lnSpc>
              <a:spcBef>
                <a:spcPts val="290"/>
              </a:spcBef>
              <a:spcAft>
                <a:spcPts val="0"/>
              </a:spcAft>
              <a:buSzPts val="1600"/>
              <a:buNone/>
              <a:defRPr sz="1600" b="1"/>
            </a:lvl8pPr>
            <a:lvl9pPr marL="4114800" lvl="8" indent="-228600" algn="l">
              <a:lnSpc>
                <a:spcPct val="83000"/>
              </a:lnSpc>
              <a:spcBef>
                <a:spcPts val="290"/>
              </a:spcBef>
              <a:spcAft>
                <a:spcPts val="0"/>
              </a:spcAft>
              <a:buSzPts val="1600"/>
              <a:buNone/>
              <a:defRPr sz="1600" b="1"/>
            </a:lvl9pPr>
          </a:lstStyle>
          <a:p>
            <a:endParaRPr/>
          </a:p>
        </p:txBody>
      </p:sp>
      <p:sp>
        <p:nvSpPr>
          <p:cNvPr id="45" name="Google Shape;45;p7"/>
          <p:cNvSpPr txBox="1">
            <a:spLocks noGrp="1"/>
          </p:cNvSpPr>
          <p:nvPr>
            <p:ph type="body" idx="4"/>
          </p:nvPr>
        </p:nvSpPr>
        <p:spPr>
          <a:xfrm>
            <a:off x="6193368" y="2174875"/>
            <a:ext cx="5389033" cy="3951288"/>
          </a:xfrm>
          <a:prstGeom prst="rect">
            <a:avLst/>
          </a:prstGeom>
          <a:noFill/>
          <a:ln>
            <a:noFill/>
          </a:ln>
        </p:spPr>
        <p:txBody>
          <a:bodyPr spcFirstLastPara="1" wrap="square" lIns="0" tIns="69075" rIns="0" bIns="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40"/>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90"/>
              </a:spcBef>
              <a:spcAft>
                <a:spcPts val="0"/>
              </a:spcAft>
              <a:buSzPts val="1600"/>
              <a:buChar char="»"/>
              <a:defRPr sz="1600"/>
            </a:lvl5pPr>
            <a:lvl6pPr marL="2743200" lvl="5" indent="-228600" algn="l">
              <a:lnSpc>
                <a:spcPct val="83000"/>
              </a:lnSpc>
              <a:spcBef>
                <a:spcPts val="290"/>
              </a:spcBef>
              <a:spcAft>
                <a:spcPts val="0"/>
              </a:spcAft>
              <a:buSzPts val="1400"/>
              <a:buNone/>
              <a:defRPr sz="1600"/>
            </a:lvl6pPr>
            <a:lvl7pPr marL="3200400" lvl="6" indent="-228600" algn="l">
              <a:lnSpc>
                <a:spcPct val="83000"/>
              </a:lnSpc>
              <a:spcBef>
                <a:spcPts val="290"/>
              </a:spcBef>
              <a:spcAft>
                <a:spcPts val="0"/>
              </a:spcAft>
              <a:buSzPts val="1400"/>
              <a:buNone/>
              <a:defRPr sz="1600"/>
            </a:lvl7pPr>
            <a:lvl8pPr marL="3657600" lvl="7" indent="-228600" algn="l">
              <a:lnSpc>
                <a:spcPct val="83000"/>
              </a:lnSpc>
              <a:spcBef>
                <a:spcPts val="290"/>
              </a:spcBef>
              <a:spcAft>
                <a:spcPts val="0"/>
              </a:spcAft>
              <a:buSzPts val="1400"/>
              <a:buNone/>
              <a:defRPr sz="1600"/>
            </a:lvl8pPr>
            <a:lvl9pPr marL="4114800" lvl="8" indent="-228600" algn="l">
              <a:lnSpc>
                <a:spcPct val="83000"/>
              </a:lnSpc>
              <a:spcBef>
                <a:spcPts val="290"/>
              </a:spcBef>
              <a:spcAft>
                <a:spcPts val="0"/>
              </a:spcAft>
              <a:buSzPts val="1400"/>
              <a:buNone/>
              <a:defRPr sz="1600"/>
            </a:lvl9pPr>
          </a:lstStyle>
          <a:p>
            <a:endParaRPr/>
          </a:p>
        </p:txBody>
      </p:sp>
      <p:sp>
        <p:nvSpPr>
          <p:cNvPr id="46" name="Google Shape;46;p7"/>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50" name="Google Shape;50;p8"/>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57" name="Google Shape;57;p10"/>
          <p:cNvSpPr txBox="1">
            <a:spLocks noGrp="1"/>
          </p:cNvSpPr>
          <p:nvPr>
            <p:ph type="body" idx="1"/>
          </p:nvPr>
        </p:nvSpPr>
        <p:spPr>
          <a:xfrm>
            <a:off x="4766733" y="273051"/>
            <a:ext cx="6815667" cy="5853113"/>
          </a:xfrm>
          <a:prstGeom prst="rect">
            <a:avLst/>
          </a:prstGeom>
          <a:noFill/>
          <a:ln>
            <a:noFill/>
          </a:ln>
        </p:spPr>
        <p:txBody>
          <a:bodyPr spcFirstLastPara="1" wrap="square" lIns="0" tIns="69075" rIns="0" bIns="0" anchor="t" anchorCtr="0">
            <a:noAutofit/>
          </a:bodyPr>
          <a:lstStyle>
            <a:lvl1pPr marL="457200" lvl="0" indent="-431800" algn="l">
              <a:lnSpc>
                <a:spcPct val="83000"/>
              </a:lnSpc>
              <a:spcBef>
                <a:spcPts val="1425"/>
              </a:spcBef>
              <a:spcAft>
                <a:spcPts val="0"/>
              </a:spcAft>
              <a:buSzPts val="3200"/>
              <a:buChar char="•"/>
              <a:defRPr sz="3200"/>
            </a:lvl1pPr>
            <a:lvl2pPr marL="914400" lvl="1" indent="-406400" algn="l">
              <a:lnSpc>
                <a:spcPct val="83000"/>
              </a:lnSpc>
              <a:spcBef>
                <a:spcPts val="1140"/>
              </a:spcBef>
              <a:spcAft>
                <a:spcPts val="0"/>
              </a:spcAft>
              <a:buSzPts val="2800"/>
              <a:buChar char="–"/>
              <a:defRPr sz="2800"/>
            </a:lvl2pPr>
            <a:lvl3pPr marL="1371600" lvl="2" indent="-381000" algn="l">
              <a:lnSpc>
                <a:spcPct val="83000"/>
              </a:lnSpc>
              <a:spcBef>
                <a:spcPts val="850"/>
              </a:spcBef>
              <a:spcAft>
                <a:spcPts val="0"/>
              </a:spcAft>
              <a:buSzPts val="2400"/>
              <a:buChar char="•"/>
              <a:defRPr sz="2400"/>
            </a:lvl3pPr>
            <a:lvl4pPr marL="1828800" lvl="3" indent="-355600" algn="l">
              <a:lnSpc>
                <a:spcPct val="83000"/>
              </a:lnSpc>
              <a:spcBef>
                <a:spcPts val="575"/>
              </a:spcBef>
              <a:spcAft>
                <a:spcPts val="0"/>
              </a:spcAft>
              <a:buSzPts val="2000"/>
              <a:buChar char="–"/>
              <a:defRPr sz="2000"/>
            </a:lvl4pPr>
            <a:lvl5pPr marL="2286000" lvl="4" indent="-355600" algn="l">
              <a:lnSpc>
                <a:spcPct val="83000"/>
              </a:lnSpc>
              <a:spcBef>
                <a:spcPts val="290"/>
              </a:spcBef>
              <a:spcAft>
                <a:spcPts val="0"/>
              </a:spcAft>
              <a:buSzPts val="2000"/>
              <a:buChar char="»"/>
              <a:defRPr sz="2000"/>
            </a:lvl5pPr>
            <a:lvl6pPr marL="2743200" lvl="5" indent="-228600" algn="l">
              <a:lnSpc>
                <a:spcPct val="83000"/>
              </a:lnSpc>
              <a:spcBef>
                <a:spcPts val="290"/>
              </a:spcBef>
              <a:spcAft>
                <a:spcPts val="0"/>
              </a:spcAft>
              <a:buSzPts val="1400"/>
              <a:buNone/>
              <a:defRPr sz="2000"/>
            </a:lvl6pPr>
            <a:lvl7pPr marL="3200400" lvl="6" indent="-228600" algn="l">
              <a:lnSpc>
                <a:spcPct val="83000"/>
              </a:lnSpc>
              <a:spcBef>
                <a:spcPts val="290"/>
              </a:spcBef>
              <a:spcAft>
                <a:spcPts val="0"/>
              </a:spcAft>
              <a:buSzPts val="1400"/>
              <a:buNone/>
              <a:defRPr sz="2000"/>
            </a:lvl7pPr>
            <a:lvl8pPr marL="3657600" lvl="7" indent="-228600" algn="l">
              <a:lnSpc>
                <a:spcPct val="83000"/>
              </a:lnSpc>
              <a:spcBef>
                <a:spcPts val="290"/>
              </a:spcBef>
              <a:spcAft>
                <a:spcPts val="0"/>
              </a:spcAft>
              <a:buSzPts val="1400"/>
              <a:buNone/>
              <a:defRPr sz="2000"/>
            </a:lvl8pPr>
            <a:lvl9pPr marL="4114800" lvl="8" indent="-228600" algn="l">
              <a:lnSpc>
                <a:spcPct val="83000"/>
              </a:lnSpc>
              <a:spcBef>
                <a:spcPts val="290"/>
              </a:spcBef>
              <a:spcAft>
                <a:spcPts val="0"/>
              </a:spcAft>
              <a:buSzPts val="1400"/>
              <a:buNone/>
              <a:defRPr sz="2000"/>
            </a:lvl9pPr>
          </a:lstStyle>
          <a:p>
            <a:endParaRPr/>
          </a:p>
        </p:txBody>
      </p:sp>
      <p:sp>
        <p:nvSpPr>
          <p:cNvPr id="58" name="Google Shape;58;p10"/>
          <p:cNvSpPr txBox="1">
            <a:spLocks noGrp="1"/>
          </p:cNvSpPr>
          <p:nvPr>
            <p:ph type="body" idx="2"/>
          </p:nvPr>
        </p:nvSpPr>
        <p:spPr>
          <a:xfrm>
            <a:off x="609601" y="1435101"/>
            <a:ext cx="4011084" cy="4691063"/>
          </a:xfrm>
          <a:prstGeom prst="rect">
            <a:avLst/>
          </a:prstGeom>
          <a:noFill/>
          <a:ln>
            <a:noFill/>
          </a:ln>
        </p:spPr>
        <p:txBody>
          <a:bodyPr spcFirstLastPara="1" wrap="square" lIns="0" tIns="69075" rIns="0" bIns="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40"/>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90"/>
              </a:spcBef>
              <a:spcAft>
                <a:spcPts val="0"/>
              </a:spcAft>
              <a:buSzPts val="900"/>
              <a:buNone/>
              <a:defRPr sz="900"/>
            </a:lvl5pPr>
            <a:lvl6pPr marL="2743200" lvl="5" indent="-228600" algn="l">
              <a:lnSpc>
                <a:spcPct val="83000"/>
              </a:lnSpc>
              <a:spcBef>
                <a:spcPts val="290"/>
              </a:spcBef>
              <a:spcAft>
                <a:spcPts val="0"/>
              </a:spcAft>
              <a:buSzPts val="900"/>
              <a:buNone/>
              <a:defRPr sz="900"/>
            </a:lvl6pPr>
            <a:lvl7pPr marL="3200400" lvl="6" indent="-228600" algn="l">
              <a:lnSpc>
                <a:spcPct val="83000"/>
              </a:lnSpc>
              <a:spcBef>
                <a:spcPts val="290"/>
              </a:spcBef>
              <a:spcAft>
                <a:spcPts val="0"/>
              </a:spcAft>
              <a:buSzPts val="900"/>
              <a:buNone/>
              <a:defRPr sz="900"/>
            </a:lvl7pPr>
            <a:lvl8pPr marL="3657600" lvl="7" indent="-228600" algn="l">
              <a:lnSpc>
                <a:spcPct val="83000"/>
              </a:lnSpc>
              <a:spcBef>
                <a:spcPts val="290"/>
              </a:spcBef>
              <a:spcAft>
                <a:spcPts val="0"/>
              </a:spcAft>
              <a:buSzPts val="900"/>
              <a:buNone/>
              <a:defRPr sz="900"/>
            </a:lvl8pPr>
            <a:lvl9pPr marL="4114800" lvl="8" indent="-228600" algn="l">
              <a:lnSpc>
                <a:spcPct val="83000"/>
              </a:lnSpc>
              <a:spcBef>
                <a:spcPts val="290"/>
              </a:spcBef>
              <a:spcAft>
                <a:spcPts val="0"/>
              </a:spcAft>
              <a:buSzPts val="900"/>
              <a:buNone/>
              <a:defRPr sz="900"/>
            </a:lvl9pPr>
          </a:lstStyle>
          <a:p>
            <a:endParaRPr/>
          </a:p>
        </p:txBody>
      </p:sp>
      <p:sp>
        <p:nvSpPr>
          <p:cNvPr id="59" name="Google Shape;59;p10"/>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63" name="Google Shape;63;p11"/>
          <p:cNvSpPr>
            <a:spLocks noGrp="1"/>
          </p:cNvSpPr>
          <p:nvPr>
            <p:ph type="pic" idx="2"/>
          </p:nvPr>
        </p:nvSpPr>
        <p:spPr>
          <a:xfrm>
            <a:off x="2389717" y="612775"/>
            <a:ext cx="7315200" cy="4114800"/>
          </a:xfrm>
          <a:prstGeom prst="rect">
            <a:avLst/>
          </a:prstGeom>
          <a:noFill/>
          <a:ln>
            <a:noFill/>
          </a:ln>
        </p:spPr>
      </p:sp>
      <p:sp>
        <p:nvSpPr>
          <p:cNvPr id="64" name="Google Shape;64;p11"/>
          <p:cNvSpPr txBox="1">
            <a:spLocks noGrp="1"/>
          </p:cNvSpPr>
          <p:nvPr>
            <p:ph type="body" idx="1"/>
          </p:nvPr>
        </p:nvSpPr>
        <p:spPr>
          <a:xfrm>
            <a:off x="2389717" y="5367338"/>
            <a:ext cx="7315200" cy="804862"/>
          </a:xfrm>
          <a:prstGeom prst="rect">
            <a:avLst/>
          </a:prstGeom>
          <a:noFill/>
          <a:ln>
            <a:noFill/>
          </a:ln>
        </p:spPr>
        <p:txBody>
          <a:bodyPr spcFirstLastPara="1" wrap="square" lIns="0" tIns="69075" rIns="0" bIns="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40"/>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90"/>
              </a:spcBef>
              <a:spcAft>
                <a:spcPts val="0"/>
              </a:spcAft>
              <a:buSzPts val="900"/>
              <a:buNone/>
              <a:defRPr sz="900"/>
            </a:lvl5pPr>
            <a:lvl6pPr marL="2743200" lvl="5" indent="-228600" algn="l">
              <a:lnSpc>
                <a:spcPct val="83000"/>
              </a:lnSpc>
              <a:spcBef>
                <a:spcPts val="290"/>
              </a:spcBef>
              <a:spcAft>
                <a:spcPts val="0"/>
              </a:spcAft>
              <a:buSzPts val="900"/>
              <a:buNone/>
              <a:defRPr sz="900"/>
            </a:lvl6pPr>
            <a:lvl7pPr marL="3200400" lvl="6" indent="-228600" algn="l">
              <a:lnSpc>
                <a:spcPct val="83000"/>
              </a:lnSpc>
              <a:spcBef>
                <a:spcPts val="290"/>
              </a:spcBef>
              <a:spcAft>
                <a:spcPts val="0"/>
              </a:spcAft>
              <a:buSzPts val="900"/>
              <a:buNone/>
              <a:defRPr sz="900"/>
            </a:lvl7pPr>
            <a:lvl8pPr marL="3657600" lvl="7" indent="-228600" algn="l">
              <a:lnSpc>
                <a:spcPct val="83000"/>
              </a:lnSpc>
              <a:spcBef>
                <a:spcPts val="290"/>
              </a:spcBef>
              <a:spcAft>
                <a:spcPts val="0"/>
              </a:spcAft>
              <a:buSzPts val="900"/>
              <a:buNone/>
              <a:defRPr sz="900"/>
            </a:lvl8pPr>
            <a:lvl9pPr marL="4114800" lvl="8" indent="-228600" algn="l">
              <a:lnSpc>
                <a:spcPct val="83000"/>
              </a:lnSpc>
              <a:spcBef>
                <a:spcPts val="290"/>
              </a:spcBef>
              <a:spcAft>
                <a:spcPts val="0"/>
              </a:spcAft>
              <a:buSzPts val="900"/>
              <a:buNone/>
              <a:defRPr sz="900"/>
            </a:lvl9pPr>
          </a:lstStyle>
          <a:p>
            <a:endParaRPr/>
          </a:p>
        </p:txBody>
      </p:sp>
      <p:sp>
        <p:nvSpPr>
          <p:cNvPr id="65" name="Google Shape;65;p11"/>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7"/>
        <p:cNvGrpSpPr/>
        <p:nvPr/>
      </p:nvGrpSpPr>
      <p:grpSpPr>
        <a:xfrm>
          <a:off x="0" y="0"/>
          <a:ext cx="0" cy="0"/>
          <a:chOff x="0" y="0"/>
          <a:chExt cx="0" cy="0"/>
        </a:xfrm>
      </p:grpSpPr>
      <p:sp>
        <p:nvSpPr>
          <p:cNvPr id="68" name="Google Shape;68;p12"/>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69" name="Google Shape;69;p12"/>
          <p:cNvSpPr txBox="1">
            <a:spLocks noGrp="1"/>
          </p:cNvSpPr>
          <p:nvPr>
            <p:ph type="body" idx="1"/>
          </p:nvPr>
        </p:nvSpPr>
        <p:spPr>
          <a:xfrm rot="5400000">
            <a:off x="4107657" y="-1893094"/>
            <a:ext cx="3975100" cy="10971213"/>
          </a:xfrm>
          <a:prstGeom prst="rect">
            <a:avLst/>
          </a:prstGeom>
          <a:noFill/>
          <a:ln>
            <a:noFill/>
          </a:ln>
        </p:spPr>
        <p:txBody>
          <a:bodyPr spcFirstLastPara="1" wrap="square" lIns="0" tIns="69075" rIns="0" bIns="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40"/>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90"/>
              </a:spcBef>
              <a:spcAft>
                <a:spcPts val="0"/>
              </a:spcAft>
              <a:buSzPts val="1800"/>
              <a:buChar char="»"/>
              <a:defRPr/>
            </a:lvl5pPr>
            <a:lvl6pPr marL="2743200" lvl="5" indent="-228600" algn="l">
              <a:lnSpc>
                <a:spcPct val="83000"/>
              </a:lnSpc>
              <a:spcBef>
                <a:spcPts val="290"/>
              </a:spcBef>
              <a:spcAft>
                <a:spcPts val="0"/>
              </a:spcAft>
              <a:buSzPts val="1400"/>
              <a:buNone/>
              <a:defRPr/>
            </a:lvl6pPr>
            <a:lvl7pPr marL="3200400" lvl="6" indent="-228600" algn="l">
              <a:lnSpc>
                <a:spcPct val="83000"/>
              </a:lnSpc>
              <a:spcBef>
                <a:spcPts val="290"/>
              </a:spcBef>
              <a:spcAft>
                <a:spcPts val="0"/>
              </a:spcAft>
              <a:buSzPts val="1400"/>
              <a:buNone/>
              <a:defRPr/>
            </a:lvl7pPr>
            <a:lvl8pPr marL="3657600" lvl="7" indent="-228600" algn="l">
              <a:lnSpc>
                <a:spcPct val="83000"/>
              </a:lnSpc>
              <a:spcBef>
                <a:spcPts val="290"/>
              </a:spcBef>
              <a:spcAft>
                <a:spcPts val="0"/>
              </a:spcAft>
              <a:buSzPts val="1400"/>
              <a:buNone/>
              <a:defRPr/>
            </a:lvl8pPr>
            <a:lvl9pPr marL="4114800" lvl="8" indent="-228600" algn="l">
              <a:lnSpc>
                <a:spcPct val="83000"/>
              </a:lnSpc>
              <a:spcBef>
                <a:spcPts val="290"/>
              </a:spcBef>
              <a:spcAft>
                <a:spcPts val="0"/>
              </a:spcAft>
              <a:buSzPts val="1400"/>
              <a:buNone/>
              <a:defRPr/>
            </a:lvl9pPr>
          </a:lstStyle>
          <a:p>
            <a:endParaRPr/>
          </a:p>
        </p:txBody>
      </p:sp>
      <p:sp>
        <p:nvSpPr>
          <p:cNvPr id="70" name="Google Shape;70;p12"/>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2"/>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13"/>
          <p:cNvSpPr txBox="1">
            <a:spLocks noGrp="1"/>
          </p:cNvSpPr>
          <p:nvPr>
            <p:ph type="title"/>
          </p:nvPr>
        </p:nvSpPr>
        <p:spPr>
          <a:xfrm rot="5400000">
            <a:off x="8222193" y="2221971"/>
            <a:ext cx="3975100" cy="2741084"/>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74" name="Google Shape;74;p13"/>
          <p:cNvSpPr txBox="1">
            <a:spLocks noGrp="1"/>
          </p:cNvSpPr>
          <p:nvPr>
            <p:ph type="body" idx="1"/>
          </p:nvPr>
        </p:nvSpPr>
        <p:spPr>
          <a:xfrm rot="5400000">
            <a:off x="2635250" y="-420687"/>
            <a:ext cx="3975100" cy="8026400"/>
          </a:xfrm>
          <a:prstGeom prst="rect">
            <a:avLst/>
          </a:prstGeom>
          <a:noFill/>
          <a:ln>
            <a:noFill/>
          </a:ln>
        </p:spPr>
        <p:txBody>
          <a:bodyPr spcFirstLastPara="1" wrap="square" lIns="0" tIns="69075" rIns="0" bIns="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40"/>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90"/>
              </a:spcBef>
              <a:spcAft>
                <a:spcPts val="0"/>
              </a:spcAft>
              <a:buSzPts val="1800"/>
              <a:buChar char="»"/>
              <a:defRPr/>
            </a:lvl5pPr>
            <a:lvl6pPr marL="2743200" lvl="5" indent="-228600" algn="l">
              <a:lnSpc>
                <a:spcPct val="83000"/>
              </a:lnSpc>
              <a:spcBef>
                <a:spcPts val="290"/>
              </a:spcBef>
              <a:spcAft>
                <a:spcPts val="0"/>
              </a:spcAft>
              <a:buSzPts val="1400"/>
              <a:buNone/>
              <a:defRPr/>
            </a:lvl6pPr>
            <a:lvl7pPr marL="3200400" lvl="6" indent="-228600" algn="l">
              <a:lnSpc>
                <a:spcPct val="83000"/>
              </a:lnSpc>
              <a:spcBef>
                <a:spcPts val="290"/>
              </a:spcBef>
              <a:spcAft>
                <a:spcPts val="0"/>
              </a:spcAft>
              <a:buSzPts val="1400"/>
              <a:buNone/>
              <a:defRPr/>
            </a:lvl7pPr>
            <a:lvl8pPr marL="3657600" lvl="7" indent="-228600" algn="l">
              <a:lnSpc>
                <a:spcPct val="83000"/>
              </a:lnSpc>
              <a:spcBef>
                <a:spcPts val="290"/>
              </a:spcBef>
              <a:spcAft>
                <a:spcPts val="0"/>
              </a:spcAft>
              <a:buSzPts val="1400"/>
              <a:buNone/>
              <a:defRPr/>
            </a:lvl8pPr>
            <a:lvl9pPr marL="4114800" lvl="8" indent="-228600" algn="l">
              <a:lnSpc>
                <a:spcPct val="83000"/>
              </a:lnSpc>
              <a:spcBef>
                <a:spcPts val="290"/>
              </a:spcBef>
              <a:spcAft>
                <a:spcPts val="0"/>
              </a:spcAft>
              <a:buSzPts val="1400"/>
              <a:buNone/>
              <a:defRPr/>
            </a:lvl9pPr>
          </a:lstStyle>
          <a:p>
            <a:endParaRPr/>
          </a:p>
        </p:txBody>
      </p:sp>
      <p:sp>
        <p:nvSpPr>
          <p:cNvPr id="75" name="Google Shape;75;p13"/>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3"/>
        <p:cNvGrpSpPr/>
        <p:nvPr/>
      </p:nvGrpSpPr>
      <p:grpSpPr>
        <a:xfrm>
          <a:off x="0" y="0"/>
          <a:ext cx="0" cy="0"/>
          <a:chOff x="0" y="0"/>
          <a:chExt cx="0" cy="0"/>
        </a:xfrm>
      </p:grpSpPr>
      <p:sp>
        <p:nvSpPr>
          <p:cNvPr id="84" name="Google Shape;84;p15"/>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85" name="Google Shape;85;p15"/>
          <p:cNvSpPr txBox="1">
            <a:spLocks noGrp="1"/>
          </p:cNvSpPr>
          <p:nvPr>
            <p:ph type="body" idx="1"/>
          </p:nvPr>
        </p:nvSpPr>
        <p:spPr>
          <a:xfrm>
            <a:off x="609600" y="1600200"/>
            <a:ext cx="10971213" cy="4524375"/>
          </a:xfrm>
          <a:prstGeom prst="rect">
            <a:avLst/>
          </a:prstGeom>
          <a:noFill/>
          <a:ln>
            <a:noFill/>
          </a:ln>
        </p:spPr>
        <p:txBody>
          <a:bodyPr spcFirstLastPara="1" wrap="square" lIns="91425" tIns="45700" rIns="91425" bIns="4570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40"/>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90"/>
              </a:spcBef>
              <a:spcAft>
                <a:spcPts val="0"/>
              </a:spcAft>
              <a:buSzPts val="1800"/>
              <a:buChar char="»"/>
              <a:defRPr/>
            </a:lvl5pPr>
            <a:lvl6pPr marL="2743200" lvl="5" indent="-228600" algn="l">
              <a:lnSpc>
                <a:spcPct val="83000"/>
              </a:lnSpc>
              <a:spcBef>
                <a:spcPts val="290"/>
              </a:spcBef>
              <a:spcAft>
                <a:spcPts val="0"/>
              </a:spcAft>
              <a:buSzPts val="1400"/>
              <a:buNone/>
              <a:defRPr/>
            </a:lvl6pPr>
            <a:lvl7pPr marL="3200400" lvl="6" indent="-228600" algn="l">
              <a:lnSpc>
                <a:spcPct val="83000"/>
              </a:lnSpc>
              <a:spcBef>
                <a:spcPts val="290"/>
              </a:spcBef>
              <a:spcAft>
                <a:spcPts val="0"/>
              </a:spcAft>
              <a:buSzPts val="1400"/>
              <a:buNone/>
              <a:defRPr/>
            </a:lvl7pPr>
            <a:lvl8pPr marL="3657600" lvl="7" indent="-228600" algn="l">
              <a:lnSpc>
                <a:spcPct val="83000"/>
              </a:lnSpc>
              <a:spcBef>
                <a:spcPts val="290"/>
              </a:spcBef>
              <a:spcAft>
                <a:spcPts val="0"/>
              </a:spcAft>
              <a:buSzPts val="1400"/>
              <a:buNone/>
              <a:defRPr/>
            </a:lvl8pPr>
            <a:lvl9pPr marL="4114800" lvl="8" indent="-228600" algn="l">
              <a:lnSpc>
                <a:spcPct val="83000"/>
              </a:lnSpc>
              <a:spcBef>
                <a:spcPts val="290"/>
              </a:spcBef>
              <a:spcAft>
                <a:spcPts val="0"/>
              </a:spcAft>
              <a:buSzPts val="1400"/>
              <a:buNone/>
              <a:defRPr/>
            </a:lvl9pPr>
          </a:lstStyle>
          <a:p>
            <a:endParaRPr/>
          </a:p>
        </p:txBody>
      </p:sp>
      <p:sp>
        <p:nvSpPr>
          <p:cNvPr id="86" name="Google Shape;86;p15"/>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5"/>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00" name="Google Shape;100;p18"/>
          <p:cNvSpPr txBox="1">
            <a:spLocks noGrp="1"/>
          </p:cNvSpPr>
          <p:nvPr>
            <p:ph type="body" idx="1"/>
          </p:nvPr>
        </p:nvSpPr>
        <p:spPr>
          <a:xfrm>
            <a:off x="609601" y="1600201"/>
            <a:ext cx="5382684" cy="4524375"/>
          </a:xfrm>
          <a:prstGeom prst="rect">
            <a:avLst/>
          </a:prstGeom>
          <a:noFill/>
          <a:ln>
            <a:noFill/>
          </a:ln>
        </p:spPr>
        <p:txBody>
          <a:bodyPr spcFirstLastPara="1" wrap="square" lIns="91425" tIns="45700" rIns="91425" bIns="4570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40"/>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90"/>
              </a:spcBef>
              <a:spcAft>
                <a:spcPts val="0"/>
              </a:spcAft>
              <a:buSzPts val="1800"/>
              <a:buChar char="»"/>
              <a:defRPr sz="1800"/>
            </a:lvl5pPr>
            <a:lvl6pPr marL="2743200" lvl="5" indent="-228600" algn="l">
              <a:lnSpc>
                <a:spcPct val="83000"/>
              </a:lnSpc>
              <a:spcBef>
                <a:spcPts val="290"/>
              </a:spcBef>
              <a:spcAft>
                <a:spcPts val="0"/>
              </a:spcAft>
              <a:buSzPts val="1400"/>
              <a:buNone/>
              <a:defRPr sz="1800"/>
            </a:lvl6pPr>
            <a:lvl7pPr marL="3200400" lvl="6" indent="-228600" algn="l">
              <a:lnSpc>
                <a:spcPct val="83000"/>
              </a:lnSpc>
              <a:spcBef>
                <a:spcPts val="290"/>
              </a:spcBef>
              <a:spcAft>
                <a:spcPts val="0"/>
              </a:spcAft>
              <a:buSzPts val="1400"/>
              <a:buNone/>
              <a:defRPr sz="1800"/>
            </a:lvl7pPr>
            <a:lvl8pPr marL="3657600" lvl="7" indent="-228600" algn="l">
              <a:lnSpc>
                <a:spcPct val="83000"/>
              </a:lnSpc>
              <a:spcBef>
                <a:spcPts val="290"/>
              </a:spcBef>
              <a:spcAft>
                <a:spcPts val="0"/>
              </a:spcAft>
              <a:buSzPts val="1400"/>
              <a:buNone/>
              <a:defRPr sz="1800"/>
            </a:lvl8pPr>
            <a:lvl9pPr marL="4114800" lvl="8" indent="-228600" algn="l">
              <a:lnSpc>
                <a:spcPct val="83000"/>
              </a:lnSpc>
              <a:spcBef>
                <a:spcPts val="290"/>
              </a:spcBef>
              <a:spcAft>
                <a:spcPts val="0"/>
              </a:spcAft>
              <a:buSzPts val="1400"/>
              <a:buNone/>
              <a:defRPr sz="1800"/>
            </a:lvl9pPr>
          </a:lstStyle>
          <a:p>
            <a:endParaRPr/>
          </a:p>
        </p:txBody>
      </p:sp>
      <p:sp>
        <p:nvSpPr>
          <p:cNvPr id="101" name="Google Shape;101;p18"/>
          <p:cNvSpPr txBox="1">
            <a:spLocks noGrp="1"/>
          </p:cNvSpPr>
          <p:nvPr>
            <p:ph type="body" idx="2"/>
          </p:nvPr>
        </p:nvSpPr>
        <p:spPr>
          <a:xfrm>
            <a:off x="6195484" y="1600201"/>
            <a:ext cx="5384800" cy="4524375"/>
          </a:xfrm>
          <a:prstGeom prst="rect">
            <a:avLst/>
          </a:prstGeom>
          <a:noFill/>
          <a:ln>
            <a:noFill/>
          </a:ln>
        </p:spPr>
        <p:txBody>
          <a:bodyPr spcFirstLastPara="1" wrap="square" lIns="91425" tIns="45700" rIns="91425" bIns="4570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40"/>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90"/>
              </a:spcBef>
              <a:spcAft>
                <a:spcPts val="0"/>
              </a:spcAft>
              <a:buSzPts val="1800"/>
              <a:buChar char="»"/>
              <a:defRPr sz="1800"/>
            </a:lvl5pPr>
            <a:lvl6pPr marL="2743200" lvl="5" indent="-228600" algn="l">
              <a:lnSpc>
                <a:spcPct val="83000"/>
              </a:lnSpc>
              <a:spcBef>
                <a:spcPts val="290"/>
              </a:spcBef>
              <a:spcAft>
                <a:spcPts val="0"/>
              </a:spcAft>
              <a:buSzPts val="1400"/>
              <a:buNone/>
              <a:defRPr sz="1800"/>
            </a:lvl6pPr>
            <a:lvl7pPr marL="3200400" lvl="6" indent="-228600" algn="l">
              <a:lnSpc>
                <a:spcPct val="83000"/>
              </a:lnSpc>
              <a:spcBef>
                <a:spcPts val="290"/>
              </a:spcBef>
              <a:spcAft>
                <a:spcPts val="0"/>
              </a:spcAft>
              <a:buSzPts val="1400"/>
              <a:buNone/>
              <a:defRPr sz="1800"/>
            </a:lvl7pPr>
            <a:lvl8pPr marL="3657600" lvl="7" indent="-228600" algn="l">
              <a:lnSpc>
                <a:spcPct val="83000"/>
              </a:lnSpc>
              <a:spcBef>
                <a:spcPts val="290"/>
              </a:spcBef>
              <a:spcAft>
                <a:spcPts val="0"/>
              </a:spcAft>
              <a:buSzPts val="1400"/>
              <a:buNone/>
              <a:defRPr sz="1800"/>
            </a:lvl8pPr>
            <a:lvl9pPr marL="4114800" lvl="8" indent="-228600" algn="l">
              <a:lnSpc>
                <a:spcPct val="83000"/>
              </a:lnSpc>
              <a:spcBef>
                <a:spcPts val="290"/>
              </a:spcBef>
              <a:spcAft>
                <a:spcPts val="0"/>
              </a:spcAft>
              <a:buSzPts val="1400"/>
              <a:buNone/>
              <a:defRPr sz="1800"/>
            </a:lvl9pPr>
          </a:lstStyle>
          <a:p>
            <a:endParaRPr/>
          </a:p>
        </p:txBody>
      </p:sp>
      <p:sp>
        <p:nvSpPr>
          <p:cNvPr id="102" name="Google Shape;102;p18"/>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18"/>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4"/>
        <p:cNvGrpSpPr/>
        <p:nvPr/>
      </p:nvGrpSpPr>
      <p:grpSpPr>
        <a:xfrm>
          <a:off x="0" y="0"/>
          <a:ext cx="0" cy="0"/>
          <a:chOff x="0" y="0"/>
          <a:chExt cx="0" cy="0"/>
        </a:xfrm>
      </p:grpSpPr>
      <p:sp>
        <p:nvSpPr>
          <p:cNvPr id="105" name="Google Shape;105;p1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06" name="Google Shape;106;p19"/>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40"/>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90"/>
              </a:spcBef>
              <a:spcAft>
                <a:spcPts val="0"/>
              </a:spcAft>
              <a:buSzPts val="1600"/>
              <a:buNone/>
              <a:defRPr sz="1600" b="1"/>
            </a:lvl5pPr>
            <a:lvl6pPr marL="2743200" lvl="5" indent="-228600" algn="l">
              <a:lnSpc>
                <a:spcPct val="83000"/>
              </a:lnSpc>
              <a:spcBef>
                <a:spcPts val="290"/>
              </a:spcBef>
              <a:spcAft>
                <a:spcPts val="0"/>
              </a:spcAft>
              <a:buSzPts val="1600"/>
              <a:buNone/>
              <a:defRPr sz="1600" b="1"/>
            </a:lvl6pPr>
            <a:lvl7pPr marL="3200400" lvl="6" indent="-228600" algn="l">
              <a:lnSpc>
                <a:spcPct val="83000"/>
              </a:lnSpc>
              <a:spcBef>
                <a:spcPts val="290"/>
              </a:spcBef>
              <a:spcAft>
                <a:spcPts val="0"/>
              </a:spcAft>
              <a:buSzPts val="1600"/>
              <a:buNone/>
              <a:defRPr sz="1600" b="1"/>
            </a:lvl7pPr>
            <a:lvl8pPr marL="3657600" lvl="7" indent="-228600" algn="l">
              <a:lnSpc>
                <a:spcPct val="83000"/>
              </a:lnSpc>
              <a:spcBef>
                <a:spcPts val="290"/>
              </a:spcBef>
              <a:spcAft>
                <a:spcPts val="0"/>
              </a:spcAft>
              <a:buSzPts val="1600"/>
              <a:buNone/>
              <a:defRPr sz="1600" b="1"/>
            </a:lvl8pPr>
            <a:lvl9pPr marL="4114800" lvl="8" indent="-228600" algn="l">
              <a:lnSpc>
                <a:spcPct val="83000"/>
              </a:lnSpc>
              <a:spcBef>
                <a:spcPts val="290"/>
              </a:spcBef>
              <a:spcAft>
                <a:spcPts val="0"/>
              </a:spcAft>
              <a:buSzPts val="1600"/>
              <a:buNone/>
              <a:defRPr sz="1600" b="1"/>
            </a:lvl9pPr>
          </a:lstStyle>
          <a:p>
            <a:endParaRPr/>
          </a:p>
        </p:txBody>
      </p:sp>
      <p:sp>
        <p:nvSpPr>
          <p:cNvPr id="107" name="Google Shape;107;p19"/>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40"/>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90"/>
              </a:spcBef>
              <a:spcAft>
                <a:spcPts val="0"/>
              </a:spcAft>
              <a:buSzPts val="1600"/>
              <a:buChar char="»"/>
              <a:defRPr sz="1600"/>
            </a:lvl5pPr>
            <a:lvl6pPr marL="2743200" lvl="5" indent="-228600" algn="l">
              <a:lnSpc>
                <a:spcPct val="83000"/>
              </a:lnSpc>
              <a:spcBef>
                <a:spcPts val="290"/>
              </a:spcBef>
              <a:spcAft>
                <a:spcPts val="0"/>
              </a:spcAft>
              <a:buSzPts val="1400"/>
              <a:buNone/>
              <a:defRPr sz="1600"/>
            </a:lvl6pPr>
            <a:lvl7pPr marL="3200400" lvl="6" indent="-228600" algn="l">
              <a:lnSpc>
                <a:spcPct val="83000"/>
              </a:lnSpc>
              <a:spcBef>
                <a:spcPts val="290"/>
              </a:spcBef>
              <a:spcAft>
                <a:spcPts val="0"/>
              </a:spcAft>
              <a:buSzPts val="1400"/>
              <a:buNone/>
              <a:defRPr sz="1600"/>
            </a:lvl7pPr>
            <a:lvl8pPr marL="3657600" lvl="7" indent="-228600" algn="l">
              <a:lnSpc>
                <a:spcPct val="83000"/>
              </a:lnSpc>
              <a:spcBef>
                <a:spcPts val="290"/>
              </a:spcBef>
              <a:spcAft>
                <a:spcPts val="0"/>
              </a:spcAft>
              <a:buSzPts val="1400"/>
              <a:buNone/>
              <a:defRPr sz="1600"/>
            </a:lvl8pPr>
            <a:lvl9pPr marL="4114800" lvl="8" indent="-228600" algn="l">
              <a:lnSpc>
                <a:spcPct val="83000"/>
              </a:lnSpc>
              <a:spcBef>
                <a:spcPts val="290"/>
              </a:spcBef>
              <a:spcAft>
                <a:spcPts val="0"/>
              </a:spcAft>
              <a:buSzPts val="1400"/>
              <a:buNone/>
              <a:defRPr sz="1600"/>
            </a:lvl9pPr>
          </a:lstStyle>
          <a:p>
            <a:endParaRPr/>
          </a:p>
        </p:txBody>
      </p:sp>
      <p:sp>
        <p:nvSpPr>
          <p:cNvPr id="108" name="Google Shape;108;p19"/>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40"/>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90"/>
              </a:spcBef>
              <a:spcAft>
                <a:spcPts val="0"/>
              </a:spcAft>
              <a:buSzPts val="1600"/>
              <a:buNone/>
              <a:defRPr sz="1600" b="1"/>
            </a:lvl5pPr>
            <a:lvl6pPr marL="2743200" lvl="5" indent="-228600" algn="l">
              <a:lnSpc>
                <a:spcPct val="83000"/>
              </a:lnSpc>
              <a:spcBef>
                <a:spcPts val="290"/>
              </a:spcBef>
              <a:spcAft>
                <a:spcPts val="0"/>
              </a:spcAft>
              <a:buSzPts val="1600"/>
              <a:buNone/>
              <a:defRPr sz="1600" b="1"/>
            </a:lvl6pPr>
            <a:lvl7pPr marL="3200400" lvl="6" indent="-228600" algn="l">
              <a:lnSpc>
                <a:spcPct val="83000"/>
              </a:lnSpc>
              <a:spcBef>
                <a:spcPts val="290"/>
              </a:spcBef>
              <a:spcAft>
                <a:spcPts val="0"/>
              </a:spcAft>
              <a:buSzPts val="1600"/>
              <a:buNone/>
              <a:defRPr sz="1600" b="1"/>
            </a:lvl7pPr>
            <a:lvl8pPr marL="3657600" lvl="7" indent="-228600" algn="l">
              <a:lnSpc>
                <a:spcPct val="83000"/>
              </a:lnSpc>
              <a:spcBef>
                <a:spcPts val="290"/>
              </a:spcBef>
              <a:spcAft>
                <a:spcPts val="0"/>
              </a:spcAft>
              <a:buSzPts val="1600"/>
              <a:buNone/>
              <a:defRPr sz="1600" b="1"/>
            </a:lvl8pPr>
            <a:lvl9pPr marL="4114800" lvl="8" indent="-228600" algn="l">
              <a:lnSpc>
                <a:spcPct val="83000"/>
              </a:lnSpc>
              <a:spcBef>
                <a:spcPts val="290"/>
              </a:spcBef>
              <a:spcAft>
                <a:spcPts val="0"/>
              </a:spcAft>
              <a:buSzPts val="1600"/>
              <a:buNone/>
              <a:defRPr sz="1600" b="1"/>
            </a:lvl9pPr>
          </a:lstStyle>
          <a:p>
            <a:endParaRPr/>
          </a:p>
        </p:txBody>
      </p:sp>
      <p:sp>
        <p:nvSpPr>
          <p:cNvPr id="109" name="Google Shape;109;p19"/>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40"/>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90"/>
              </a:spcBef>
              <a:spcAft>
                <a:spcPts val="0"/>
              </a:spcAft>
              <a:buSzPts val="1600"/>
              <a:buChar char="»"/>
              <a:defRPr sz="1600"/>
            </a:lvl5pPr>
            <a:lvl6pPr marL="2743200" lvl="5" indent="-228600" algn="l">
              <a:lnSpc>
                <a:spcPct val="83000"/>
              </a:lnSpc>
              <a:spcBef>
                <a:spcPts val="290"/>
              </a:spcBef>
              <a:spcAft>
                <a:spcPts val="0"/>
              </a:spcAft>
              <a:buSzPts val="1400"/>
              <a:buNone/>
              <a:defRPr sz="1600"/>
            </a:lvl6pPr>
            <a:lvl7pPr marL="3200400" lvl="6" indent="-228600" algn="l">
              <a:lnSpc>
                <a:spcPct val="83000"/>
              </a:lnSpc>
              <a:spcBef>
                <a:spcPts val="290"/>
              </a:spcBef>
              <a:spcAft>
                <a:spcPts val="0"/>
              </a:spcAft>
              <a:buSzPts val="1400"/>
              <a:buNone/>
              <a:defRPr sz="1600"/>
            </a:lvl7pPr>
            <a:lvl8pPr marL="3657600" lvl="7" indent="-228600" algn="l">
              <a:lnSpc>
                <a:spcPct val="83000"/>
              </a:lnSpc>
              <a:spcBef>
                <a:spcPts val="290"/>
              </a:spcBef>
              <a:spcAft>
                <a:spcPts val="0"/>
              </a:spcAft>
              <a:buSzPts val="1400"/>
              <a:buNone/>
              <a:defRPr sz="1600"/>
            </a:lvl8pPr>
            <a:lvl9pPr marL="4114800" lvl="8" indent="-228600" algn="l">
              <a:lnSpc>
                <a:spcPct val="83000"/>
              </a:lnSpc>
              <a:spcBef>
                <a:spcPts val="290"/>
              </a:spcBef>
              <a:spcAft>
                <a:spcPts val="0"/>
              </a:spcAft>
              <a:buSzPts val="1400"/>
              <a:buNone/>
              <a:defRPr sz="1600"/>
            </a:lvl9pPr>
          </a:lstStyle>
          <a:p>
            <a:endParaRPr/>
          </a:p>
        </p:txBody>
      </p:sp>
      <p:sp>
        <p:nvSpPr>
          <p:cNvPr id="110" name="Google Shape;110;p19"/>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19"/>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21" name="Google Shape;121;p22"/>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lvl="0" indent="-431800" algn="l">
              <a:lnSpc>
                <a:spcPct val="83000"/>
              </a:lnSpc>
              <a:spcBef>
                <a:spcPts val="1425"/>
              </a:spcBef>
              <a:spcAft>
                <a:spcPts val="0"/>
              </a:spcAft>
              <a:buSzPts val="3200"/>
              <a:buChar char="•"/>
              <a:defRPr sz="3200"/>
            </a:lvl1pPr>
            <a:lvl2pPr marL="914400" lvl="1" indent="-406400" algn="l">
              <a:lnSpc>
                <a:spcPct val="83000"/>
              </a:lnSpc>
              <a:spcBef>
                <a:spcPts val="1140"/>
              </a:spcBef>
              <a:spcAft>
                <a:spcPts val="0"/>
              </a:spcAft>
              <a:buSzPts val="2800"/>
              <a:buChar char="–"/>
              <a:defRPr sz="2800"/>
            </a:lvl2pPr>
            <a:lvl3pPr marL="1371600" lvl="2" indent="-381000" algn="l">
              <a:lnSpc>
                <a:spcPct val="83000"/>
              </a:lnSpc>
              <a:spcBef>
                <a:spcPts val="850"/>
              </a:spcBef>
              <a:spcAft>
                <a:spcPts val="0"/>
              </a:spcAft>
              <a:buSzPts val="2400"/>
              <a:buChar char="•"/>
              <a:defRPr sz="2400"/>
            </a:lvl3pPr>
            <a:lvl4pPr marL="1828800" lvl="3" indent="-355600" algn="l">
              <a:lnSpc>
                <a:spcPct val="83000"/>
              </a:lnSpc>
              <a:spcBef>
                <a:spcPts val="575"/>
              </a:spcBef>
              <a:spcAft>
                <a:spcPts val="0"/>
              </a:spcAft>
              <a:buSzPts val="2000"/>
              <a:buChar char="–"/>
              <a:defRPr sz="2000"/>
            </a:lvl4pPr>
            <a:lvl5pPr marL="2286000" lvl="4" indent="-355600" algn="l">
              <a:lnSpc>
                <a:spcPct val="83000"/>
              </a:lnSpc>
              <a:spcBef>
                <a:spcPts val="290"/>
              </a:spcBef>
              <a:spcAft>
                <a:spcPts val="0"/>
              </a:spcAft>
              <a:buSzPts val="2000"/>
              <a:buChar char="»"/>
              <a:defRPr sz="2000"/>
            </a:lvl5pPr>
            <a:lvl6pPr marL="2743200" lvl="5" indent="-228600" algn="l">
              <a:lnSpc>
                <a:spcPct val="83000"/>
              </a:lnSpc>
              <a:spcBef>
                <a:spcPts val="290"/>
              </a:spcBef>
              <a:spcAft>
                <a:spcPts val="0"/>
              </a:spcAft>
              <a:buSzPts val="1400"/>
              <a:buNone/>
              <a:defRPr sz="2000"/>
            </a:lvl6pPr>
            <a:lvl7pPr marL="3200400" lvl="6" indent="-228600" algn="l">
              <a:lnSpc>
                <a:spcPct val="83000"/>
              </a:lnSpc>
              <a:spcBef>
                <a:spcPts val="290"/>
              </a:spcBef>
              <a:spcAft>
                <a:spcPts val="0"/>
              </a:spcAft>
              <a:buSzPts val="1400"/>
              <a:buNone/>
              <a:defRPr sz="2000"/>
            </a:lvl7pPr>
            <a:lvl8pPr marL="3657600" lvl="7" indent="-228600" algn="l">
              <a:lnSpc>
                <a:spcPct val="83000"/>
              </a:lnSpc>
              <a:spcBef>
                <a:spcPts val="290"/>
              </a:spcBef>
              <a:spcAft>
                <a:spcPts val="0"/>
              </a:spcAft>
              <a:buSzPts val="1400"/>
              <a:buNone/>
              <a:defRPr sz="2000"/>
            </a:lvl8pPr>
            <a:lvl9pPr marL="4114800" lvl="8" indent="-228600" algn="l">
              <a:lnSpc>
                <a:spcPct val="83000"/>
              </a:lnSpc>
              <a:spcBef>
                <a:spcPts val="290"/>
              </a:spcBef>
              <a:spcAft>
                <a:spcPts val="0"/>
              </a:spcAft>
              <a:buSzPts val="1400"/>
              <a:buNone/>
              <a:defRPr sz="2000"/>
            </a:lvl9pPr>
          </a:lstStyle>
          <a:p>
            <a:endParaRPr/>
          </a:p>
        </p:txBody>
      </p:sp>
      <p:sp>
        <p:nvSpPr>
          <p:cNvPr id="122" name="Google Shape;122;p22"/>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40"/>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90"/>
              </a:spcBef>
              <a:spcAft>
                <a:spcPts val="0"/>
              </a:spcAft>
              <a:buSzPts val="900"/>
              <a:buNone/>
              <a:defRPr sz="900"/>
            </a:lvl5pPr>
            <a:lvl6pPr marL="2743200" lvl="5" indent="-228600" algn="l">
              <a:lnSpc>
                <a:spcPct val="83000"/>
              </a:lnSpc>
              <a:spcBef>
                <a:spcPts val="290"/>
              </a:spcBef>
              <a:spcAft>
                <a:spcPts val="0"/>
              </a:spcAft>
              <a:buSzPts val="900"/>
              <a:buNone/>
              <a:defRPr sz="900"/>
            </a:lvl6pPr>
            <a:lvl7pPr marL="3200400" lvl="6" indent="-228600" algn="l">
              <a:lnSpc>
                <a:spcPct val="83000"/>
              </a:lnSpc>
              <a:spcBef>
                <a:spcPts val="290"/>
              </a:spcBef>
              <a:spcAft>
                <a:spcPts val="0"/>
              </a:spcAft>
              <a:buSzPts val="900"/>
              <a:buNone/>
              <a:defRPr sz="900"/>
            </a:lvl7pPr>
            <a:lvl8pPr marL="3657600" lvl="7" indent="-228600" algn="l">
              <a:lnSpc>
                <a:spcPct val="83000"/>
              </a:lnSpc>
              <a:spcBef>
                <a:spcPts val="290"/>
              </a:spcBef>
              <a:spcAft>
                <a:spcPts val="0"/>
              </a:spcAft>
              <a:buSzPts val="900"/>
              <a:buNone/>
              <a:defRPr sz="900"/>
            </a:lvl8pPr>
            <a:lvl9pPr marL="4114800" lvl="8" indent="-228600" algn="l">
              <a:lnSpc>
                <a:spcPct val="83000"/>
              </a:lnSpc>
              <a:spcBef>
                <a:spcPts val="290"/>
              </a:spcBef>
              <a:spcAft>
                <a:spcPts val="0"/>
              </a:spcAft>
              <a:buSzPts val="900"/>
              <a:buNone/>
              <a:defRPr sz="900"/>
            </a:lvl9pPr>
          </a:lstStyle>
          <a:p>
            <a:endParaRPr/>
          </a:p>
        </p:txBody>
      </p:sp>
      <p:sp>
        <p:nvSpPr>
          <p:cNvPr id="123" name="Google Shape;123;p22"/>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22"/>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25"/>
        <p:cNvGrpSpPr/>
        <p:nvPr/>
      </p:nvGrpSpPr>
      <p:grpSpPr>
        <a:xfrm>
          <a:off x="0" y="0"/>
          <a:ext cx="0" cy="0"/>
          <a:chOff x="0" y="0"/>
          <a:chExt cx="0" cy="0"/>
        </a:xfrm>
      </p:grpSpPr>
      <p:sp>
        <p:nvSpPr>
          <p:cNvPr id="126" name="Google Shape;126;p23"/>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27" name="Google Shape;127;p23"/>
          <p:cNvSpPr>
            <a:spLocks noGrp="1"/>
          </p:cNvSpPr>
          <p:nvPr>
            <p:ph type="pic" idx="2"/>
          </p:nvPr>
        </p:nvSpPr>
        <p:spPr>
          <a:xfrm>
            <a:off x="2389717" y="612775"/>
            <a:ext cx="7315200" cy="4114800"/>
          </a:xfrm>
          <a:prstGeom prst="rect">
            <a:avLst/>
          </a:prstGeom>
          <a:noFill/>
          <a:ln>
            <a:noFill/>
          </a:ln>
        </p:spPr>
      </p:sp>
      <p:sp>
        <p:nvSpPr>
          <p:cNvPr id="128" name="Google Shape;128;p23"/>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40"/>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90"/>
              </a:spcBef>
              <a:spcAft>
                <a:spcPts val="0"/>
              </a:spcAft>
              <a:buSzPts val="900"/>
              <a:buNone/>
              <a:defRPr sz="900"/>
            </a:lvl5pPr>
            <a:lvl6pPr marL="2743200" lvl="5" indent="-228600" algn="l">
              <a:lnSpc>
                <a:spcPct val="83000"/>
              </a:lnSpc>
              <a:spcBef>
                <a:spcPts val="290"/>
              </a:spcBef>
              <a:spcAft>
                <a:spcPts val="0"/>
              </a:spcAft>
              <a:buSzPts val="900"/>
              <a:buNone/>
              <a:defRPr sz="900"/>
            </a:lvl6pPr>
            <a:lvl7pPr marL="3200400" lvl="6" indent="-228600" algn="l">
              <a:lnSpc>
                <a:spcPct val="83000"/>
              </a:lnSpc>
              <a:spcBef>
                <a:spcPts val="290"/>
              </a:spcBef>
              <a:spcAft>
                <a:spcPts val="0"/>
              </a:spcAft>
              <a:buSzPts val="900"/>
              <a:buNone/>
              <a:defRPr sz="900"/>
            </a:lvl7pPr>
            <a:lvl8pPr marL="3657600" lvl="7" indent="-228600" algn="l">
              <a:lnSpc>
                <a:spcPct val="83000"/>
              </a:lnSpc>
              <a:spcBef>
                <a:spcPts val="290"/>
              </a:spcBef>
              <a:spcAft>
                <a:spcPts val="0"/>
              </a:spcAft>
              <a:buSzPts val="900"/>
              <a:buNone/>
              <a:defRPr sz="900"/>
            </a:lvl8pPr>
            <a:lvl9pPr marL="4114800" lvl="8" indent="-228600" algn="l">
              <a:lnSpc>
                <a:spcPct val="83000"/>
              </a:lnSpc>
              <a:spcBef>
                <a:spcPts val="290"/>
              </a:spcBef>
              <a:spcAft>
                <a:spcPts val="0"/>
              </a:spcAft>
              <a:buSzPts val="900"/>
              <a:buNone/>
              <a:defRPr sz="900"/>
            </a:lvl9pPr>
          </a:lstStyle>
          <a:p>
            <a:endParaRPr/>
          </a:p>
        </p:txBody>
      </p:sp>
      <p:sp>
        <p:nvSpPr>
          <p:cNvPr id="129" name="Google Shape;129;p23"/>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23"/>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33" name="Google Shape;133;p24"/>
          <p:cNvSpPr txBox="1">
            <a:spLocks noGrp="1"/>
          </p:cNvSpPr>
          <p:nvPr>
            <p:ph type="body" idx="1"/>
          </p:nvPr>
        </p:nvSpPr>
        <p:spPr>
          <a:xfrm rot="5400000">
            <a:off x="3833019" y="-1623219"/>
            <a:ext cx="4524375" cy="10971213"/>
          </a:xfrm>
          <a:prstGeom prst="rect">
            <a:avLst/>
          </a:prstGeom>
          <a:noFill/>
          <a:ln>
            <a:noFill/>
          </a:ln>
        </p:spPr>
        <p:txBody>
          <a:bodyPr spcFirstLastPara="1" wrap="square" lIns="91425" tIns="45700" rIns="91425" bIns="4570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40"/>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90"/>
              </a:spcBef>
              <a:spcAft>
                <a:spcPts val="0"/>
              </a:spcAft>
              <a:buSzPts val="1800"/>
              <a:buChar char="»"/>
              <a:defRPr/>
            </a:lvl5pPr>
            <a:lvl6pPr marL="2743200" lvl="5" indent="-228600" algn="l">
              <a:lnSpc>
                <a:spcPct val="83000"/>
              </a:lnSpc>
              <a:spcBef>
                <a:spcPts val="290"/>
              </a:spcBef>
              <a:spcAft>
                <a:spcPts val="0"/>
              </a:spcAft>
              <a:buSzPts val="1400"/>
              <a:buNone/>
              <a:defRPr/>
            </a:lvl6pPr>
            <a:lvl7pPr marL="3200400" lvl="6" indent="-228600" algn="l">
              <a:lnSpc>
                <a:spcPct val="83000"/>
              </a:lnSpc>
              <a:spcBef>
                <a:spcPts val="290"/>
              </a:spcBef>
              <a:spcAft>
                <a:spcPts val="0"/>
              </a:spcAft>
              <a:buSzPts val="1400"/>
              <a:buNone/>
              <a:defRPr/>
            </a:lvl7pPr>
            <a:lvl8pPr marL="3657600" lvl="7" indent="-228600" algn="l">
              <a:lnSpc>
                <a:spcPct val="83000"/>
              </a:lnSpc>
              <a:spcBef>
                <a:spcPts val="290"/>
              </a:spcBef>
              <a:spcAft>
                <a:spcPts val="0"/>
              </a:spcAft>
              <a:buSzPts val="1400"/>
              <a:buNone/>
              <a:defRPr/>
            </a:lvl8pPr>
            <a:lvl9pPr marL="4114800" lvl="8" indent="-228600" algn="l">
              <a:lnSpc>
                <a:spcPct val="83000"/>
              </a:lnSpc>
              <a:spcBef>
                <a:spcPts val="290"/>
              </a:spcBef>
              <a:spcAft>
                <a:spcPts val="0"/>
              </a:spcAft>
              <a:buSzPts val="1400"/>
              <a:buNone/>
              <a:defRPr/>
            </a:lvl9pPr>
          </a:lstStyle>
          <a:p>
            <a:endParaRPr/>
          </a:p>
        </p:txBody>
      </p:sp>
      <p:sp>
        <p:nvSpPr>
          <p:cNvPr id="134" name="Google Shape;134;p24"/>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24"/>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6"/>
        <p:cNvGrpSpPr/>
        <p:nvPr/>
      </p:nvGrpSpPr>
      <p:grpSpPr>
        <a:xfrm>
          <a:off x="0" y="0"/>
          <a:ext cx="0" cy="0"/>
          <a:chOff x="0" y="0"/>
          <a:chExt cx="0" cy="0"/>
        </a:xfrm>
      </p:grpSpPr>
      <p:sp>
        <p:nvSpPr>
          <p:cNvPr id="137" name="Google Shape;137;p25"/>
          <p:cNvSpPr txBox="1">
            <a:spLocks noGrp="1"/>
          </p:cNvSpPr>
          <p:nvPr>
            <p:ph type="title"/>
          </p:nvPr>
        </p:nvSpPr>
        <p:spPr>
          <a:xfrm rot="5400000">
            <a:off x="7284774" y="1829066"/>
            <a:ext cx="5849937" cy="2741084"/>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defRPr/>
            </a:lvl1pPr>
            <a:lvl2pPr lvl="1" algn="l">
              <a:lnSpc>
                <a:spcPct val="83000"/>
              </a:lnSpc>
              <a:spcBef>
                <a:spcPts val="0"/>
              </a:spcBef>
              <a:spcAft>
                <a:spcPts val="0"/>
              </a:spcAft>
              <a:buSzPts val="1400"/>
              <a:buNone/>
              <a:defRPr/>
            </a:lvl2pPr>
            <a:lvl3pPr lvl="2" algn="l">
              <a:lnSpc>
                <a:spcPct val="83000"/>
              </a:lnSpc>
              <a:spcBef>
                <a:spcPts val="0"/>
              </a:spcBef>
              <a:spcAft>
                <a:spcPts val="0"/>
              </a:spcAft>
              <a:buSzPts val="1400"/>
              <a:buNone/>
              <a:defRPr/>
            </a:lvl3pPr>
            <a:lvl4pPr lvl="3" algn="l">
              <a:lnSpc>
                <a:spcPct val="83000"/>
              </a:lnSpc>
              <a:spcBef>
                <a:spcPts val="0"/>
              </a:spcBef>
              <a:spcAft>
                <a:spcPts val="0"/>
              </a:spcAft>
              <a:buSzPts val="1400"/>
              <a:buNone/>
              <a:defRPr/>
            </a:lvl4pPr>
            <a:lvl5pPr lvl="4" algn="l">
              <a:lnSpc>
                <a:spcPct val="83000"/>
              </a:lnSpc>
              <a:spcBef>
                <a:spcPts val="0"/>
              </a:spcBef>
              <a:spcAft>
                <a:spcPts val="0"/>
              </a:spcAft>
              <a:buSzPts val="1400"/>
              <a:buNone/>
              <a:defRPr/>
            </a:lvl5pPr>
            <a:lvl6pPr lvl="5" algn="l">
              <a:lnSpc>
                <a:spcPct val="83000"/>
              </a:lnSpc>
              <a:spcBef>
                <a:spcPts val="0"/>
              </a:spcBef>
              <a:spcAft>
                <a:spcPts val="0"/>
              </a:spcAft>
              <a:buSzPts val="1400"/>
              <a:buNone/>
              <a:defRPr/>
            </a:lvl6pPr>
            <a:lvl7pPr lvl="6" algn="l">
              <a:lnSpc>
                <a:spcPct val="83000"/>
              </a:lnSpc>
              <a:spcBef>
                <a:spcPts val="0"/>
              </a:spcBef>
              <a:spcAft>
                <a:spcPts val="0"/>
              </a:spcAft>
              <a:buSzPts val="1400"/>
              <a:buNone/>
              <a:defRPr/>
            </a:lvl7pPr>
            <a:lvl8pPr lvl="7" algn="l">
              <a:lnSpc>
                <a:spcPct val="83000"/>
              </a:lnSpc>
              <a:spcBef>
                <a:spcPts val="0"/>
              </a:spcBef>
              <a:spcAft>
                <a:spcPts val="0"/>
              </a:spcAft>
              <a:buSzPts val="1400"/>
              <a:buNone/>
              <a:defRPr/>
            </a:lvl8pPr>
            <a:lvl9pPr lvl="8" algn="l">
              <a:lnSpc>
                <a:spcPct val="83000"/>
              </a:lnSpc>
              <a:spcBef>
                <a:spcPts val="0"/>
              </a:spcBef>
              <a:spcAft>
                <a:spcPts val="0"/>
              </a:spcAft>
              <a:buSzPts val="1400"/>
              <a:buNone/>
              <a:defRPr/>
            </a:lvl9pPr>
          </a:lstStyle>
          <a:p>
            <a:endParaRPr/>
          </a:p>
        </p:txBody>
      </p:sp>
      <p:sp>
        <p:nvSpPr>
          <p:cNvPr id="138" name="Google Shape;138;p25"/>
          <p:cNvSpPr txBox="1">
            <a:spLocks noGrp="1"/>
          </p:cNvSpPr>
          <p:nvPr>
            <p:ph type="body" idx="1"/>
          </p:nvPr>
        </p:nvSpPr>
        <p:spPr>
          <a:xfrm rot="5400000">
            <a:off x="1697831" y="-813592"/>
            <a:ext cx="5849937" cy="8026400"/>
          </a:xfrm>
          <a:prstGeom prst="rect">
            <a:avLst/>
          </a:prstGeom>
          <a:noFill/>
          <a:ln>
            <a:noFill/>
          </a:ln>
        </p:spPr>
        <p:txBody>
          <a:bodyPr spcFirstLastPara="1" wrap="square" lIns="91425" tIns="45700" rIns="91425" bIns="45700" anchor="t" anchorCtr="0">
            <a:noAutofit/>
          </a:bodyPr>
          <a:lstStyle>
            <a:lvl1pPr marL="457200" lvl="0" indent="-342900" algn="l">
              <a:lnSpc>
                <a:spcPct val="83000"/>
              </a:lnSpc>
              <a:spcBef>
                <a:spcPts val="1425"/>
              </a:spcBef>
              <a:spcAft>
                <a:spcPts val="0"/>
              </a:spcAft>
              <a:buSzPts val="1800"/>
              <a:buChar char="•"/>
              <a:defRPr/>
            </a:lvl1pPr>
            <a:lvl2pPr marL="914400" lvl="1" indent="-342900" algn="l">
              <a:lnSpc>
                <a:spcPct val="83000"/>
              </a:lnSpc>
              <a:spcBef>
                <a:spcPts val="1140"/>
              </a:spcBef>
              <a:spcAft>
                <a:spcPts val="0"/>
              </a:spcAft>
              <a:buSzPts val="1800"/>
              <a:buChar char="–"/>
              <a:defRPr/>
            </a:lvl2pPr>
            <a:lvl3pPr marL="1371600" lvl="2" indent="-342900" algn="l">
              <a:lnSpc>
                <a:spcPct val="83000"/>
              </a:lnSpc>
              <a:spcBef>
                <a:spcPts val="850"/>
              </a:spcBef>
              <a:spcAft>
                <a:spcPts val="0"/>
              </a:spcAft>
              <a:buSzPts val="1800"/>
              <a:buChar char="•"/>
              <a:defRPr/>
            </a:lvl3pPr>
            <a:lvl4pPr marL="1828800" lvl="3" indent="-342900" algn="l">
              <a:lnSpc>
                <a:spcPct val="83000"/>
              </a:lnSpc>
              <a:spcBef>
                <a:spcPts val="575"/>
              </a:spcBef>
              <a:spcAft>
                <a:spcPts val="0"/>
              </a:spcAft>
              <a:buSzPts val="1800"/>
              <a:buChar char="–"/>
              <a:defRPr/>
            </a:lvl4pPr>
            <a:lvl5pPr marL="2286000" lvl="4" indent="-342900" algn="l">
              <a:lnSpc>
                <a:spcPct val="83000"/>
              </a:lnSpc>
              <a:spcBef>
                <a:spcPts val="290"/>
              </a:spcBef>
              <a:spcAft>
                <a:spcPts val="0"/>
              </a:spcAft>
              <a:buSzPts val="1800"/>
              <a:buChar char="»"/>
              <a:defRPr/>
            </a:lvl5pPr>
            <a:lvl6pPr marL="2743200" lvl="5" indent="-228600" algn="l">
              <a:lnSpc>
                <a:spcPct val="83000"/>
              </a:lnSpc>
              <a:spcBef>
                <a:spcPts val="290"/>
              </a:spcBef>
              <a:spcAft>
                <a:spcPts val="0"/>
              </a:spcAft>
              <a:buSzPts val="1400"/>
              <a:buNone/>
              <a:defRPr/>
            </a:lvl6pPr>
            <a:lvl7pPr marL="3200400" lvl="6" indent="-228600" algn="l">
              <a:lnSpc>
                <a:spcPct val="83000"/>
              </a:lnSpc>
              <a:spcBef>
                <a:spcPts val="290"/>
              </a:spcBef>
              <a:spcAft>
                <a:spcPts val="0"/>
              </a:spcAft>
              <a:buSzPts val="1400"/>
              <a:buNone/>
              <a:defRPr/>
            </a:lvl7pPr>
            <a:lvl8pPr marL="3657600" lvl="7" indent="-228600" algn="l">
              <a:lnSpc>
                <a:spcPct val="83000"/>
              </a:lnSpc>
              <a:spcBef>
                <a:spcPts val="290"/>
              </a:spcBef>
              <a:spcAft>
                <a:spcPts val="0"/>
              </a:spcAft>
              <a:buSzPts val="1400"/>
              <a:buNone/>
              <a:defRPr/>
            </a:lvl8pPr>
            <a:lvl9pPr marL="4114800" lvl="8" indent="-228600" algn="l">
              <a:lnSpc>
                <a:spcPct val="83000"/>
              </a:lnSpc>
              <a:spcBef>
                <a:spcPts val="290"/>
              </a:spcBef>
              <a:spcAft>
                <a:spcPts val="0"/>
              </a:spcAft>
              <a:buSzPts val="1400"/>
              <a:buNone/>
              <a:defRPr/>
            </a:lvl9pPr>
          </a:lstStyle>
          <a:p>
            <a:endParaRPr/>
          </a:p>
        </p:txBody>
      </p:sp>
      <p:sp>
        <p:nvSpPr>
          <p:cNvPr id="139" name="Google Shape;139;p25"/>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25"/>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marR="0" lvl="0"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1pPr>
            <a:lvl2pPr marR="0" lvl="1"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2pPr>
            <a:lvl3pPr marR="0" lvl="2"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3pPr>
            <a:lvl4pPr marR="0" lvl="3"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4pPr>
            <a:lvl5pPr marR="0" lvl="4"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5pPr>
            <a:lvl6pPr marR="0" lvl="5"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1" name="Google Shape;11;p1"/>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dk1"/>
              </a:solidFill>
              <a:latin typeface="Arial"/>
              <a:ea typeface="Arial"/>
              <a:cs typeface="Arial"/>
              <a:sym typeface="Arial"/>
            </a:endParaRPr>
          </a:p>
        </p:txBody>
      </p:sp>
      <p:sp>
        <p:nvSpPr>
          <p:cNvPr id="13" name="Google Shape;13;p1"/>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
          <p:cNvSpPr txBox="1">
            <a:spLocks noGrp="1"/>
          </p:cNvSpPr>
          <p:nvPr>
            <p:ph type="body" idx="1"/>
          </p:nvPr>
        </p:nvSpPr>
        <p:spPr>
          <a:xfrm>
            <a:off x="609600" y="1604963"/>
            <a:ext cx="10971213" cy="3975100"/>
          </a:xfrm>
          <a:prstGeom prst="rect">
            <a:avLst/>
          </a:prstGeom>
          <a:noFill/>
          <a:ln>
            <a:noFill/>
          </a:ln>
        </p:spPr>
        <p:txBody>
          <a:bodyPr spcFirstLastPara="1" wrap="square" lIns="0" tIns="69075" rIns="0" bIns="0" anchor="t" anchorCtr="0">
            <a:noAutofit/>
          </a:bodyPr>
          <a:lstStyle>
            <a:lvl1pPr marL="457200" marR="0" lvl="0" indent="-431800" algn="l" rtl="0">
              <a:lnSpc>
                <a:spcPct val="83000"/>
              </a:lnSpc>
              <a:spcBef>
                <a:spcPts val="1425"/>
              </a:spcBef>
              <a:spcAft>
                <a:spcPts val="0"/>
              </a:spcAft>
              <a:buClr>
                <a:srgbClr val="000000"/>
              </a:buClr>
              <a:buSzPts val="3200"/>
              <a:buFont typeface="Times New Roman"/>
              <a:buChar char="•"/>
              <a:defRPr sz="3200" b="0" i="0" u="none" strike="noStrike" cap="none">
                <a:solidFill>
                  <a:srgbClr val="000000"/>
                </a:solidFill>
                <a:latin typeface="Calibri"/>
                <a:ea typeface="Calibri"/>
                <a:cs typeface="Calibri"/>
                <a:sym typeface="Calibri"/>
              </a:defRPr>
            </a:lvl1pPr>
            <a:lvl2pPr marL="914400" marR="0" lvl="1" indent="-381000" algn="l" rtl="0">
              <a:lnSpc>
                <a:spcPct val="83000"/>
              </a:lnSpc>
              <a:spcBef>
                <a:spcPts val="1140"/>
              </a:spcBef>
              <a:spcAft>
                <a:spcPts val="0"/>
              </a:spcAft>
              <a:buClr>
                <a:srgbClr val="000000"/>
              </a:buClr>
              <a:buSzPts val="2400"/>
              <a:buFont typeface="Times New Roman"/>
              <a:buChar char="–"/>
              <a:defRPr sz="2400" b="0" i="0" u="none" strike="noStrike" cap="none">
                <a:solidFill>
                  <a:srgbClr val="000000"/>
                </a:solidFill>
                <a:latin typeface="Calibri"/>
                <a:ea typeface="Calibri"/>
                <a:cs typeface="Calibri"/>
                <a:sym typeface="Calibri"/>
              </a:defRPr>
            </a:lvl2pPr>
            <a:lvl3pPr marL="1371600" marR="0" lvl="2" indent="-355600" algn="l" rtl="0">
              <a:lnSpc>
                <a:spcPct val="83000"/>
              </a:lnSpc>
              <a:spcBef>
                <a:spcPts val="850"/>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3pPr>
            <a:lvl4pPr marL="1828800" marR="0" lvl="3" indent="-355600" algn="l" rtl="0">
              <a:lnSpc>
                <a:spcPct val="83000"/>
              </a:lnSpc>
              <a:spcBef>
                <a:spcPts val="575"/>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4pPr>
            <a:lvl5pPr marL="2286000" marR="0" lvl="4" indent="-355600" algn="l" rtl="0">
              <a:lnSpc>
                <a:spcPct val="83000"/>
              </a:lnSpc>
              <a:spcBef>
                <a:spcPts val="290"/>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5pPr>
            <a:lvl6pPr marL="2743200" marR="0" lvl="5"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6pPr>
            <a:lvl7pPr marL="3200400" marR="0" lvl="6"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7pPr>
            <a:lvl8pPr marL="3657600" marR="0" lvl="7"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8pPr>
            <a:lvl9pPr marL="4114800" marR="0" lvl="8"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marR="0" lvl="0"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1pPr>
            <a:lvl2pPr marR="0" lvl="1"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2pPr>
            <a:lvl3pPr marR="0" lvl="2"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3pPr>
            <a:lvl4pPr marR="0" lvl="3"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4pPr>
            <a:lvl5pPr marR="0" lvl="4" algn="l" rtl="0">
              <a:lnSpc>
                <a:spcPct val="83000"/>
              </a:lnSpc>
              <a:spcBef>
                <a:spcPts val="0"/>
              </a:spcBef>
              <a:spcAft>
                <a:spcPts val="0"/>
              </a:spcAft>
              <a:buClr>
                <a:srgbClr val="000000"/>
              </a:buClr>
              <a:buSzPts val="1400"/>
              <a:buFont typeface="Arial"/>
              <a:buNone/>
              <a:defRPr sz="4400" b="0" i="0" u="none" strike="noStrike" cap="none">
                <a:solidFill>
                  <a:srgbClr val="000000"/>
                </a:solidFill>
                <a:latin typeface="Calibri"/>
                <a:ea typeface="Calibri"/>
                <a:cs typeface="Calibri"/>
                <a:sym typeface="Calibri"/>
              </a:defRPr>
            </a:lvl5pPr>
            <a:lvl6pPr marR="0" lvl="5"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83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79" name="Google Shape;79;p14"/>
          <p:cNvSpPr txBox="1">
            <a:spLocks noGrp="1"/>
          </p:cNvSpPr>
          <p:nvPr>
            <p:ph type="body" idx="1"/>
          </p:nvPr>
        </p:nvSpPr>
        <p:spPr>
          <a:xfrm>
            <a:off x="609600" y="1600200"/>
            <a:ext cx="10971213" cy="452437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83000"/>
              </a:lnSpc>
              <a:spcBef>
                <a:spcPts val="1425"/>
              </a:spcBef>
              <a:spcAft>
                <a:spcPts val="0"/>
              </a:spcAft>
              <a:buClr>
                <a:srgbClr val="000000"/>
              </a:buClr>
              <a:buSzPts val="3200"/>
              <a:buFont typeface="Times New Roman"/>
              <a:buChar char="•"/>
              <a:defRPr sz="3200" b="0" i="0" u="none" strike="noStrike" cap="none">
                <a:solidFill>
                  <a:srgbClr val="000000"/>
                </a:solidFill>
                <a:latin typeface="Calibri"/>
                <a:ea typeface="Calibri"/>
                <a:cs typeface="Calibri"/>
                <a:sym typeface="Calibri"/>
              </a:defRPr>
            </a:lvl1pPr>
            <a:lvl2pPr marL="914400" marR="0" lvl="1" indent="-381000" algn="l" rtl="0">
              <a:lnSpc>
                <a:spcPct val="83000"/>
              </a:lnSpc>
              <a:spcBef>
                <a:spcPts val="1140"/>
              </a:spcBef>
              <a:spcAft>
                <a:spcPts val="0"/>
              </a:spcAft>
              <a:buClr>
                <a:srgbClr val="000000"/>
              </a:buClr>
              <a:buSzPts val="2400"/>
              <a:buFont typeface="Times New Roman"/>
              <a:buChar char="–"/>
              <a:defRPr sz="2400" b="0" i="0" u="none" strike="noStrike" cap="none">
                <a:solidFill>
                  <a:srgbClr val="000000"/>
                </a:solidFill>
                <a:latin typeface="Calibri"/>
                <a:ea typeface="Calibri"/>
                <a:cs typeface="Calibri"/>
                <a:sym typeface="Calibri"/>
              </a:defRPr>
            </a:lvl2pPr>
            <a:lvl3pPr marL="1371600" marR="0" lvl="2" indent="-355600" algn="l" rtl="0">
              <a:lnSpc>
                <a:spcPct val="83000"/>
              </a:lnSpc>
              <a:spcBef>
                <a:spcPts val="850"/>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3pPr>
            <a:lvl4pPr marL="1828800" marR="0" lvl="3" indent="-355600" algn="l" rtl="0">
              <a:lnSpc>
                <a:spcPct val="83000"/>
              </a:lnSpc>
              <a:spcBef>
                <a:spcPts val="575"/>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4pPr>
            <a:lvl5pPr marL="2286000" marR="0" lvl="4" indent="-355600" algn="l" rtl="0">
              <a:lnSpc>
                <a:spcPct val="83000"/>
              </a:lnSpc>
              <a:spcBef>
                <a:spcPts val="290"/>
              </a:spcBef>
              <a:spcAft>
                <a:spcPts val="0"/>
              </a:spcAft>
              <a:buClr>
                <a:srgbClr val="000000"/>
              </a:buClr>
              <a:buSzPts val="2000"/>
              <a:buFont typeface="Times New Roman"/>
              <a:buChar char="»"/>
              <a:defRPr sz="2000" b="0" i="0" u="none" strike="noStrike" cap="none">
                <a:solidFill>
                  <a:srgbClr val="000000"/>
                </a:solidFill>
                <a:latin typeface="Calibri"/>
                <a:ea typeface="Calibri"/>
                <a:cs typeface="Calibri"/>
                <a:sym typeface="Calibri"/>
              </a:defRPr>
            </a:lvl5pPr>
            <a:lvl6pPr marL="2743200" marR="0" lvl="5"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6pPr>
            <a:lvl7pPr marL="3200400" marR="0" lvl="6"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7pPr>
            <a:lvl8pPr marL="3657600" marR="0" lvl="7"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8pPr>
            <a:lvl9pPr marL="4114800" marR="0" lvl="8" indent="-228600" algn="l" rtl="0">
              <a:lnSpc>
                <a:spcPct val="83000"/>
              </a:lnSpc>
              <a:spcBef>
                <a:spcPts val="290"/>
              </a:spcBef>
              <a:spcAft>
                <a:spcPts val="0"/>
              </a:spcAft>
              <a:buClr>
                <a:srgbClr val="000000"/>
              </a:buClr>
              <a:buSzPts val="1400"/>
              <a:buFont typeface="Arial"/>
              <a:buNone/>
              <a:defRPr sz="2000" b="0" i="0" u="none" strike="noStrike" cap="none">
                <a:solidFill>
                  <a:srgbClr val="000000"/>
                </a:solidFill>
                <a:latin typeface="Calibri"/>
                <a:ea typeface="Calibri"/>
                <a:cs typeface="Calibri"/>
                <a:sym typeface="Calibri"/>
              </a:defRPr>
            </a:lvl9pPr>
          </a:lstStyle>
          <a:p>
            <a:endParaRPr/>
          </a:p>
        </p:txBody>
      </p:sp>
      <p:sp>
        <p:nvSpPr>
          <p:cNvPr id="80" name="Google Shape;80;p14"/>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1" name="Google Shape;81;p14"/>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dk1"/>
              </a:solidFill>
              <a:latin typeface="Arial"/>
              <a:ea typeface="Arial"/>
              <a:cs typeface="Arial"/>
              <a:sym typeface="Arial"/>
            </a:endParaRPr>
          </a:p>
        </p:txBody>
      </p:sp>
      <p:sp>
        <p:nvSpPr>
          <p:cNvPr id="82" name="Google Shape;82;p14"/>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Times New Roman"/>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3" r:id="rId2"/>
    <p:sldLayoutId id="2147483664" r:id="rId3"/>
    <p:sldLayoutId id="2147483667" r:id="rId4"/>
    <p:sldLayoutId id="2147483668" r:id="rId5"/>
    <p:sldLayoutId id="2147483669" r:id="rId6"/>
    <p:sldLayoutId id="2147483670"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6"/>
          <p:cNvSpPr/>
          <p:nvPr/>
        </p:nvSpPr>
        <p:spPr>
          <a:xfrm>
            <a:off x="1679575" y="-1684338"/>
            <a:ext cx="3543300" cy="3514800"/>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dk1"/>
              </a:solidFill>
              <a:latin typeface="Arial"/>
              <a:ea typeface="Arial"/>
              <a:cs typeface="Arial"/>
              <a:sym typeface="Arial"/>
            </a:endParaRPr>
          </a:p>
        </p:txBody>
      </p:sp>
      <p:pic>
        <p:nvPicPr>
          <p:cNvPr id="147" name="Google Shape;147;p26"/>
          <p:cNvPicPr preferRelativeResize="0"/>
          <p:nvPr/>
        </p:nvPicPr>
        <p:blipFill rotWithShape="1">
          <a:blip r:embed="rId3">
            <a:alphaModFix/>
          </a:blip>
          <a:srcRect/>
          <a:stretch/>
        </p:blipFill>
        <p:spPr>
          <a:xfrm>
            <a:off x="831850" y="300038"/>
            <a:ext cx="1066800" cy="1086310"/>
          </a:xfrm>
          <a:prstGeom prst="rect">
            <a:avLst/>
          </a:prstGeom>
          <a:noFill/>
          <a:ln>
            <a:noFill/>
          </a:ln>
        </p:spPr>
      </p:pic>
      <p:sp>
        <p:nvSpPr>
          <p:cNvPr id="148" name="Google Shape;148;p26"/>
          <p:cNvSpPr/>
          <p:nvPr/>
        </p:nvSpPr>
        <p:spPr>
          <a:xfrm>
            <a:off x="1898650" y="214313"/>
            <a:ext cx="8437500" cy="3014700"/>
          </a:xfrm>
          <a:prstGeom prst="rect">
            <a:avLst/>
          </a:prstGeom>
          <a:noFill/>
          <a:ln>
            <a:noFill/>
          </a:ln>
        </p:spPr>
        <p:txBody>
          <a:bodyPr spcFirstLastPara="1" wrap="square" lIns="90000" tIns="45000" rIns="90000" bIns="45000" anchor="t" anchorCtr="0">
            <a:noAutofit/>
          </a:bodyPr>
          <a:lstStyle/>
          <a:p>
            <a:pPr marL="0" marR="0" lvl="0" indent="0" algn="ctr" rtl="0">
              <a:lnSpc>
                <a:spcPct val="150000"/>
              </a:lnSpc>
              <a:spcBef>
                <a:spcPts val="0"/>
              </a:spcBef>
              <a:spcAft>
                <a:spcPts val="0"/>
              </a:spcAft>
              <a:buClr>
                <a:srgbClr val="000000"/>
              </a:buClr>
              <a:buSzPts val="2000"/>
              <a:buFont typeface="Times New Roman"/>
              <a:buNone/>
            </a:pPr>
            <a:r>
              <a:rPr lang="en-US" sz="2000" b="1" i="0" u="none" strike="noStrike" cap="none" dirty="0">
                <a:solidFill>
                  <a:srgbClr val="C00000"/>
                </a:solidFill>
                <a:latin typeface="Times New Roman"/>
                <a:ea typeface="Times New Roman"/>
                <a:cs typeface="Times New Roman"/>
                <a:sym typeface="Times New Roman"/>
              </a:rPr>
              <a:t>K. RAMAKRISHNAN COLLEGE OF ENGINEERING</a:t>
            </a:r>
            <a:endParaRPr sz="2000" b="0" i="0" u="none" strike="noStrike" cap="none" dirty="0">
              <a:solidFill>
                <a:srgbClr val="C00000"/>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Clr>
                <a:srgbClr val="000000"/>
              </a:buClr>
              <a:buSzPts val="2000"/>
              <a:buFont typeface="Times New Roman"/>
              <a:buNone/>
            </a:pPr>
            <a:r>
              <a:rPr lang="en-US" sz="2000" b="1" i="0" u="none" strike="noStrike" cap="none" dirty="0">
                <a:solidFill>
                  <a:srgbClr val="C00000"/>
                </a:solidFill>
                <a:latin typeface="Times New Roman"/>
                <a:ea typeface="Times New Roman"/>
                <a:cs typeface="Times New Roman"/>
                <a:sym typeface="Times New Roman"/>
              </a:rPr>
              <a:t>(AUTONOMOUS), SAMAYAPURAM - TRICHY</a:t>
            </a:r>
            <a:br>
              <a:rPr lang="en-US" sz="2000" b="1" i="0" u="none" strike="noStrike" cap="none" dirty="0">
                <a:solidFill>
                  <a:srgbClr val="C00000"/>
                </a:solidFill>
                <a:latin typeface="Times New Roman"/>
                <a:ea typeface="Times New Roman"/>
                <a:cs typeface="Times New Roman"/>
                <a:sym typeface="Times New Roman"/>
              </a:rPr>
            </a:br>
            <a:r>
              <a:rPr lang="en-US" sz="2000" b="1" i="0" u="none" strike="noStrike" cap="none" dirty="0">
                <a:solidFill>
                  <a:srgbClr val="C00000"/>
                </a:solidFill>
                <a:latin typeface="Times New Roman"/>
                <a:ea typeface="Times New Roman"/>
                <a:cs typeface="Times New Roman"/>
                <a:sym typeface="Times New Roman"/>
              </a:rPr>
              <a:t>DEPARTMENT OF </a:t>
            </a:r>
            <a:r>
              <a:rPr lang="en-US" sz="2000" b="1" dirty="0">
                <a:solidFill>
                  <a:srgbClr val="C00000"/>
                </a:solidFill>
                <a:latin typeface="Times New Roman"/>
                <a:ea typeface="Times New Roman"/>
                <a:cs typeface="Times New Roman"/>
                <a:sym typeface="Times New Roman"/>
              </a:rPr>
              <a:t>AI&amp;DS</a:t>
            </a:r>
            <a:endParaRPr sz="2000" b="0" i="0" u="none" strike="noStrike" cap="none" dirty="0">
              <a:solidFill>
                <a:srgbClr val="C00000"/>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Clr>
                <a:srgbClr val="000000"/>
              </a:buClr>
              <a:buSzPts val="2000"/>
              <a:buFont typeface="Times New Roman"/>
              <a:buNone/>
            </a:pPr>
            <a:r>
              <a:rPr lang="en-US" sz="2000" b="1" dirty="0">
                <a:solidFill>
                  <a:srgbClr val="C00000"/>
                </a:solidFill>
                <a:latin typeface="Times New Roman"/>
                <a:ea typeface="Times New Roman"/>
                <a:cs typeface="Times New Roman"/>
                <a:sym typeface="Times New Roman"/>
              </a:rPr>
              <a:t>  AGB1211 – DESIGN THINKING</a:t>
            </a:r>
            <a:endParaRPr sz="2000" b="0" i="0" u="none" strike="noStrike" cap="none" dirty="0">
              <a:solidFill>
                <a:srgbClr val="C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000"/>
              <a:buFont typeface="Times New Roman"/>
              <a:buNone/>
            </a:pPr>
            <a:endParaRPr sz="2000" b="1" i="0" u="none" strike="noStrike" cap="none" dirty="0">
              <a:solidFill>
                <a:schemeClr val="tx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000"/>
              <a:buFont typeface="Times New Roman"/>
              <a:buNone/>
            </a:pPr>
            <a:r>
              <a:rPr lang="en-IN" sz="2800" b="1" i="0" u="none" strike="noStrike" cap="none" dirty="0">
                <a:solidFill>
                  <a:srgbClr val="0000FF"/>
                </a:solidFill>
                <a:latin typeface="Times New Roman"/>
                <a:ea typeface="Times New Roman"/>
                <a:cs typeface="Times New Roman"/>
                <a:sym typeface="Times New Roman"/>
              </a:rPr>
              <a:t>SMART COLLEGE EVENT MANAGEMENT SYSTEM</a:t>
            </a:r>
            <a:endParaRPr sz="2800" b="1" i="0" u="none" strike="noStrike" cap="none" dirty="0">
              <a:solidFill>
                <a:srgbClr val="0000FF"/>
              </a:solidFill>
              <a:latin typeface="Times New Roman"/>
              <a:ea typeface="Times New Roman"/>
              <a:cs typeface="Times New Roman"/>
              <a:sym typeface="Times New Roman"/>
            </a:endParaRPr>
          </a:p>
        </p:txBody>
      </p:sp>
      <p:pic>
        <p:nvPicPr>
          <p:cNvPr id="149" name="Google Shape;149;p26" descr="KRCE Tiruchirappalli : Admission 2024, Courses, Fees, Placement, Cut Off"/>
          <p:cNvPicPr preferRelativeResize="0"/>
          <p:nvPr/>
        </p:nvPicPr>
        <p:blipFill rotWithShape="1">
          <a:blip r:embed="rId4">
            <a:alphaModFix/>
          </a:blip>
          <a:srcRect/>
          <a:stretch/>
        </p:blipFill>
        <p:spPr>
          <a:xfrm>
            <a:off x="10344300" y="300038"/>
            <a:ext cx="1219200" cy="1181100"/>
          </a:xfrm>
          <a:prstGeom prst="rect">
            <a:avLst/>
          </a:prstGeom>
          <a:noFill/>
          <a:ln>
            <a:noFill/>
          </a:ln>
        </p:spPr>
      </p:pic>
      <p:sp>
        <p:nvSpPr>
          <p:cNvPr id="151" name="Google Shape;151;p26"/>
          <p:cNvSpPr txBox="1">
            <a:spLocks noGrp="1"/>
          </p:cNvSpPr>
          <p:nvPr>
            <p:ph type="dt" idx="10"/>
          </p:nvPr>
        </p:nvSpPr>
        <p:spPr>
          <a:xfrm>
            <a:off x="608012" y="6352317"/>
            <a:ext cx="2843100" cy="3636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r>
              <a:rPr lang="en-US"/>
              <a:t>2/6/2025</a:t>
            </a:r>
            <a:endParaRPr/>
          </a:p>
        </p:txBody>
      </p:sp>
      <p:sp>
        <p:nvSpPr>
          <p:cNvPr id="152" name="Google Shape;152;p26"/>
          <p:cNvSpPr txBox="1"/>
          <p:nvPr/>
        </p:nvSpPr>
        <p:spPr>
          <a:xfrm>
            <a:off x="0" y="3929439"/>
            <a:ext cx="11563500" cy="2422877"/>
          </a:xfrm>
          <a:prstGeom prst="rect">
            <a:avLst/>
          </a:prstGeom>
          <a:solidFill>
            <a:srgbClr val="FFFFFF"/>
          </a:solidFill>
          <a:ln>
            <a:noFill/>
          </a:ln>
        </p:spPr>
        <p:txBody>
          <a:bodyPr spcFirstLastPara="1" wrap="square" lIns="91425" tIns="45700" rIns="91425" bIns="45700" anchor="t" anchorCtr="0">
            <a:noAutofit/>
          </a:bodyPr>
          <a:lstStyle/>
          <a:p>
            <a:pPr lvl="0" algn="just">
              <a:lnSpc>
                <a:spcPct val="150000"/>
              </a:lnSpc>
              <a:buSzPts val="2400"/>
            </a:pPr>
            <a:r>
              <a:rPr lang="en-US" sz="2400" b="1" i="0" u="none" strike="noStrike" cap="none" dirty="0">
                <a:solidFill>
                  <a:schemeClr val="dk1"/>
                </a:solidFill>
                <a:latin typeface="Times New Roman"/>
                <a:ea typeface="Times New Roman"/>
                <a:cs typeface="Times New Roman"/>
                <a:sym typeface="Times New Roman"/>
              </a:rPr>
              <a:t>        PRESENTED BY                                                               </a:t>
            </a:r>
            <a:r>
              <a:rPr lang="en-US" sz="2400" b="1" dirty="0" err="1">
                <a:solidFill>
                  <a:schemeClr val="dk1"/>
                </a:solidFill>
                <a:latin typeface="Times New Roman"/>
                <a:ea typeface="Times New Roman"/>
                <a:cs typeface="Times New Roman"/>
                <a:sym typeface="Times New Roman"/>
              </a:rPr>
              <a:t>Mrs.P.BHAVANI</a:t>
            </a:r>
            <a:endParaRPr lang="en-US" sz="2400" b="0" i="0" u="none" strike="noStrike" cap="none" dirty="0">
              <a:solidFill>
                <a:srgbClr val="000000"/>
              </a:solidFill>
              <a:latin typeface="Times New Roman"/>
              <a:ea typeface="Times New Roman"/>
              <a:cs typeface="Times New Roman"/>
              <a:sym typeface="Times New Roman"/>
            </a:endParaRPr>
          </a:p>
          <a:p>
            <a:pPr lvl="0" algn="just">
              <a:lnSpc>
                <a:spcPct val="150000"/>
              </a:lnSpc>
              <a:buSzPts val="2400"/>
            </a:pPr>
            <a:r>
              <a:rPr lang="en-US" sz="2400" b="1" i="0" u="none" strike="noStrike" cap="none" dirty="0">
                <a:solidFill>
                  <a:schemeClr val="dk1"/>
                </a:solidFill>
                <a:latin typeface="Times New Roman"/>
                <a:ea typeface="Times New Roman"/>
                <a:cs typeface="Times New Roman"/>
                <a:sym typeface="Times New Roman"/>
              </a:rPr>
              <a:t>        </a:t>
            </a:r>
            <a:r>
              <a:rPr lang="en-US" sz="2400" b="1" dirty="0">
                <a:solidFill>
                  <a:schemeClr val="dk1"/>
                </a:solidFill>
                <a:latin typeface="Times New Roman"/>
                <a:ea typeface="Times New Roman"/>
                <a:cs typeface="Times New Roman"/>
                <a:sym typeface="Times New Roman"/>
              </a:rPr>
              <a:t>PRADEEPA D                                                              ASSISTANT PROFESSOR                                                                                           </a:t>
            </a:r>
          </a:p>
          <a:p>
            <a:pPr marL="0" marR="0" lvl="0" indent="0" algn="just" rtl="0">
              <a:lnSpc>
                <a:spcPct val="150000"/>
              </a:lnSpc>
              <a:spcBef>
                <a:spcPts val="0"/>
              </a:spcBef>
              <a:spcAft>
                <a:spcPts val="0"/>
              </a:spcAft>
              <a:buClr>
                <a:srgbClr val="000000"/>
              </a:buClr>
              <a:buSzPts val="2400"/>
              <a:buFont typeface="Times New Roman"/>
              <a:buNone/>
            </a:pPr>
            <a:r>
              <a:rPr lang="en-US" sz="2400" b="1" i="0" u="none" strike="noStrike" cap="none" dirty="0">
                <a:solidFill>
                  <a:schemeClr val="dk1"/>
                </a:solidFill>
                <a:latin typeface="Times New Roman"/>
                <a:ea typeface="Times New Roman"/>
                <a:cs typeface="Times New Roman"/>
                <a:sym typeface="Times New Roman"/>
              </a:rPr>
              <a:t>        </a:t>
            </a:r>
            <a:r>
              <a:rPr lang="en-US" sz="2400" b="1" dirty="0">
                <a:solidFill>
                  <a:schemeClr val="dk1"/>
                </a:solidFill>
                <a:latin typeface="Times New Roman"/>
                <a:ea typeface="Times New Roman"/>
                <a:cs typeface="Times New Roman"/>
                <a:sym typeface="Times New Roman"/>
              </a:rPr>
              <a:t>NITHYASRI R                                                             DEPARTMENT OF AI &amp; DS    </a:t>
            </a:r>
            <a:endParaRPr lang="en-US" sz="2400" b="1" i="0" u="none" strike="noStrike" cap="none" dirty="0">
              <a:solidFill>
                <a:schemeClr val="dk1"/>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Clr>
                <a:srgbClr val="000000"/>
              </a:buClr>
              <a:buSzPts val="2400"/>
              <a:buFont typeface="Times New Roman"/>
              <a:buNone/>
            </a:pPr>
            <a:r>
              <a:rPr lang="en-US" sz="2400" b="1" i="0" u="none" strike="noStrike" cap="none" dirty="0">
                <a:solidFill>
                  <a:schemeClr val="dk1"/>
                </a:solidFill>
                <a:latin typeface="Times New Roman"/>
                <a:ea typeface="Times New Roman"/>
                <a:cs typeface="Times New Roman"/>
                <a:sym typeface="Times New Roman"/>
              </a:rPr>
              <a:t>        SARJITHA R  	                                             </a:t>
            </a:r>
            <a:endParaRPr lang="en-US" sz="2400" b="0" i="0" u="none" strike="noStrike" cap="none" dirty="0">
              <a:solidFill>
                <a:srgbClr val="000000"/>
              </a:solidFill>
              <a:latin typeface="Times New Roman"/>
              <a:ea typeface="Times New Roman"/>
              <a:cs typeface="Times New Roman"/>
              <a:sym typeface="Times New Roman"/>
            </a:endParaRPr>
          </a:p>
          <a:p>
            <a:pPr lvl="0">
              <a:lnSpc>
                <a:spcPct val="150000"/>
              </a:lnSpc>
              <a:buSzPts val="2400"/>
            </a:pPr>
            <a:r>
              <a:rPr lang="en-US" sz="2400" b="1" i="0" u="none" strike="noStrike" cap="none" dirty="0">
                <a:solidFill>
                  <a:schemeClr val="dk1"/>
                </a:solidFill>
                <a:latin typeface="Times New Roman"/>
                <a:ea typeface="Times New Roman"/>
                <a:cs typeface="Times New Roman"/>
                <a:sym typeface="Times New Roman"/>
              </a:rPr>
              <a:t>                                                         </a:t>
            </a:r>
            <a:endParaRPr sz="2400" b="0" i="0" u="none" strike="noStrike" cap="none" dirty="0">
              <a:solidFill>
                <a:srgbClr val="000000"/>
              </a:solidFill>
              <a:latin typeface="Times New Roman"/>
              <a:ea typeface="Times New Roman"/>
              <a:cs typeface="Times New Roman"/>
              <a:sym typeface="Times New Roman"/>
            </a:endParaRPr>
          </a:p>
          <a:p>
            <a:pPr marL="0" marR="0" lvl="0" indent="0" algn="r" rtl="0">
              <a:lnSpc>
                <a:spcPct val="150000"/>
              </a:lnSpc>
              <a:spcBef>
                <a:spcPts val="365"/>
              </a:spcBef>
              <a:spcAft>
                <a:spcPts val="0"/>
              </a:spcAft>
              <a:buClr>
                <a:srgbClr val="000000"/>
              </a:buClr>
              <a:buSzPts val="1800"/>
              <a:buFont typeface="Times New Roman"/>
              <a:buNone/>
            </a:pPr>
            <a:endParaRPr sz="2400" b="1" i="0" u="none" strike="noStrike" cap="none" dirty="0">
              <a:solidFill>
                <a:srgbClr val="002060"/>
              </a:solidFill>
              <a:latin typeface="Times New Roman"/>
              <a:ea typeface="Times New Roman"/>
              <a:cs typeface="Times New Roman"/>
              <a:sym typeface="Times New Roman"/>
            </a:endParaRPr>
          </a:p>
          <a:p>
            <a:pPr marL="0" marR="0" lvl="0" indent="0" algn="l" rtl="0">
              <a:lnSpc>
                <a:spcPct val="150000"/>
              </a:lnSpc>
              <a:spcBef>
                <a:spcPts val="365"/>
              </a:spcBef>
              <a:spcAft>
                <a:spcPts val="0"/>
              </a:spcAft>
              <a:buClr>
                <a:srgbClr val="000000"/>
              </a:buClr>
              <a:buSzPts val="1800"/>
              <a:buFont typeface="Times New Roman"/>
              <a:buNone/>
            </a:pPr>
            <a:r>
              <a:rPr lang="en-US" sz="2400" b="1" i="0" u="none" strike="noStrike" cap="none" dirty="0">
                <a:solidFill>
                  <a:srgbClr val="002060"/>
                </a:solidFill>
                <a:latin typeface="Times New Roman"/>
                <a:ea typeface="Times New Roman"/>
                <a:cs typeface="Times New Roman"/>
                <a:sym typeface="Times New Roman"/>
              </a:rPr>
              <a:t>				</a:t>
            </a:r>
            <a:endParaRPr sz="24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50000"/>
              </a:lnSpc>
              <a:spcBef>
                <a:spcPts val="365"/>
              </a:spcBef>
              <a:spcAft>
                <a:spcPts val="0"/>
              </a:spcAft>
              <a:buClr>
                <a:srgbClr val="000000"/>
              </a:buClr>
              <a:buSzPts val="1800"/>
              <a:buFont typeface="Times New Roman"/>
              <a:buNone/>
            </a:pPr>
            <a:endParaRPr sz="2400" b="1" i="0" u="none" strike="noStrike" cap="none" dirty="0">
              <a:solidFill>
                <a:srgbClr val="002060"/>
              </a:solidFill>
              <a:latin typeface="Times New Roman"/>
              <a:ea typeface="Times New Roman"/>
              <a:cs typeface="Times New Roman"/>
              <a:sym typeface="Times New Roman"/>
            </a:endParaRPr>
          </a:p>
          <a:p>
            <a:pPr marL="0" marR="0" lvl="0" indent="0" algn="ctr" rtl="0">
              <a:lnSpc>
                <a:spcPct val="150000"/>
              </a:lnSpc>
              <a:spcBef>
                <a:spcPts val="365"/>
              </a:spcBef>
              <a:spcAft>
                <a:spcPts val="0"/>
              </a:spcAft>
              <a:buClr>
                <a:srgbClr val="000000"/>
              </a:buClr>
              <a:buSzPts val="1800"/>
              <a:buFont typeface="Times New Roman"/>
              <a:buNone/>
            </a:pPr>
            <a:endParaRPr sz="2400" b="1" i="0" u="none" strike="noStrike" cap="none" dirty="0">
              <a:solidFill>
                <a:srgbClr val="FF0000"/>
              </a:solidFill>
              <a:latin typeface="Times New Roman"/>
              <a:ea typeface="Times New Roman"/>
              <a:cs typeface="Times New Roman"/>
              <a:sym typeface="Times New Roman"/>
            </a:endParaRPr>
          </a:p>
          <a:p>
            <a:pPr marL="0" marR="0" lvl="0" indent="0" algn="r" rtl="0">
              <a:lnSpc>
                <a:spcPct val="150000"/>
              </a:lnSpc>
              <a:spcBef>
                <a:spcPts val="365"/>
              </a:spcBef>
              <a:spcAft>
                <a:spcPts val="0"/>
              </a:spcAft>
              <a:buClr>
                <a:srgbClr val="000000"/>
              </a:buClr>
              <a:buSzPts val="1800"/>
              <a:buFont typeface="Times New Roman"/>
              <a:buNone/>
            </a:pPr>
            <a:endParaRPr sz="2400" b="1" i="0" u="none" strike="noStrike" cap="none" dirty="0">
              <a:solidFill>
                <a:srgbClr val="FF0000"/>
              </a:solidFill>
              <a:latin typeface="Times New Roman"/>
              <a:ea typeface="Times New Roman"/>
              <a:cs typeface="Times New Roman"/>
              <a:sym typeface="Times New Roman"/>
            </a:endParaRPr>
          </a:p>
          <a:p>
            <a:pPr marL="0" marR="0" lvl="0" indent="0" algn="r" rtl="0">
              <a:lnSpc>
                <a:spcPct val="150000"/>
              </a:lnSpc>
              <a:spcBef>
                <a:spcPts val="365"/>
              </a:spcBef>
              <a:spcAft>
                <a:spcPts val="0"/>
              </a:spcAft>
              <a:buClr>
                <a:srgbClr val="000000"/>
              </a:buClr>
              <a:buSzPts val="1800"/>
              <a:buFont typeface="Times New Roman"/>
              <a:buNone/>
            </a:pPr>
            <a:endParaRPr sz="2400" b="0" i="0" u="none" strike="noStrike" cap="none" dirty="0">
              <a:solidFill>
                <a:srgbClr val="8B8B8B"/>
              </a:solidFill>
              <a:latin typeface="Times New Roman"/>
              <a:ea typeface="Times New Roman"/>
              <a:cs typeface="Times New Roman"/>
              <a:sym typeface="Times New Roman"/>
            </a:endParaRPr>
          </a:p>
          <a:p>
            <a:pPr marL="0" marR="0" lvl="0" indent="0" algn="r" rtl="0">
              <a:lnSpc>
                <a:spcPct val="150000"/>
              </a:lnSpc>
              <a:spcBef>
                <a:spcPts val="365"/>
              </a:spcBef>
              <a:spcAft>
                <a:spcPts val="0"/>
              </a:spcAft>
              <a:buClr>
                <a:srgbClr val="000000"/>
              </a:buClr>
              <a:buSzPts val="1800"/>
              <a:buFont typeface="Times New Roman"/>
              <a:buNone/>
            </a:pPr>
            <a:endParaRPr sz="2400" b="0" i="0" u="none" strike="noStrike" cap="none" dirty="0">
              <a:solidFill>
                <a:srgbClr val="8B8B8B"/>
              </a:solidFill>
              <a:latin typeface="Times New Roman"/>
              <a:ea typeface="Times New Roman"/>
              <a:cs typeface="Times New Roman"/>
              <a:sym typeface="Times New Roman"/>
            </a:endParaRPr>
          </a:p>
          <a:p>
            <a:pPr marL="0" marR="0" lvl="0" indent="0" algn="r" rtl="0">
              <a:lnSpc>
                <a:spcPct val="150000"/>
              </a:lnSpc>
              <a:spcBef>
                <a:spcPts val="365"/>
              </a:spcBef>
              <a:spcAft>
                <a:spcPts val="0"/>
              </a:spcAft>
              <a:buClr>
                <a:srgbClr val="000000"/>
              </a:buClr>
              <a:buSzPts val="1800"/>
              <a:buFont typeface="Times New Roman"/>
              <a:buNone/>
            </a:pPr>
            <a:endParaRPr sz="2400" b="0" i="0" u="none" strike="noStrike" cap="none" dirty="0">
              <a:solidFill>
                <a:srgbClr val="8B8B8B"/>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7"/>
          <p:cNvSpPr txBox="1">
            <a:spLocks noGrp="1"/>
          </p:cNvSpPr>
          <p:nvPr>
            <p:ph type="title" idx="4294967295"/>
          </p:nvPr>
        </p:nvSpPr>
        <p:spPr>
          <a:xfrm>
            <a:off x="1981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000" b="1" dirty="0">
                <a:solidFill>
                  <a:schemeClr val="bg2">
                    <a:lumMod val="95000"/>
                    <a:lumOff val="5000"/>
                  </a:schemeClr>
                </a:solidFill>
                <a:latin typeface="Times New Roman"/>
                <a:ea typeface="Times New Roman"/>
                <a:cs typeface="Times New Roman"/>
                <a:sym typeface="Times New Roman"/>
              </a:rPr>
              <a:t>OBJECTIVE</a:t>
            </a:r>
            <a:endParaRPr sz="3000" b="1" dirty="0">
              <a:solidFill>
                <a:schemeClr val="bg2">
                  <a:lumMod val="95000"/>
                  <a:lumOff val="5000"/>
                </a:schemeClr>
              </a:solidFill>
              <a:latin typeface="Times New Roman"/>
              <a:ea typeface="Times New Roman"/>
              <a:cs typeface="Times New Roman"/>
              <a:sym typeface="Times New Roman"/>
            </a:endParaRPr>
          </a:p>
        </p:txBody>
      </p:sp>
      <p:sp>
        <p:nvSpPr>
          <p:cNvPr id="159" name="Google Shape;159;p27"/>
          <p:cNvSpPr txBox="1"/>
          <p:nvPr/>
        </p:nvSpPr>
        <p:spPr>
          <a:xfrm>
            <a:off x="1184551" y="1573212"/>
            <a:ext cx="9822898" cy="4695825"/>
          </a:xfrm>
          <a:prstGeom prst="rect">
            <a:avLst/>
          </a:prstGeom>
          <a:noFill/>
          <a:ln>
            <a:noFill/>
          </a:ln>
        </p:spPr>
        <p:txBody>
          <a:bodyPr spcFirstLastPara="1" wrap="square" lIns="91425" tIns="45700" rIns="91425" bIns="45700" anchor="t" anchorCtr="0">
            <a:noAutofit/>
          </a:bodyPr>
          <a:lstStyle/>
          <a:p>
            <a:pPr marL="1269" lvl="0" algn="just">
              <a:lnSpc>
                <a:spcPct val="150000"/>
              </a:lnSpc>
              <a:spcBef>
                <a:spcPts val="325"/>
              </a:spcBef>
              <a:buSzPts val="1800"/>
            </a:pPr>
            <a:endParaRPr lang="en-US" sz="1800" dirty="0">
              <a:solidFill>
                <a:schemeClr val="dk1"/>
              </a:solidFill>
              <a:latin typeface="Times New Roman"/>
              <a:ea typeface="Times New Roman"/>
              <a:cs typeface="Times New Roman"/>
              <a:sym typeface="Times New Roman"/>
            </a:endParaRPr>
          </a:p>
          <a:p>
            <a:pPr marL="1269" lvl="0" algn="just">
              <a:lnSpc>
                <a:spcPct val="150000"/>
              </a:lnSpc>
              <a:spcBef>
                <a:spcPts val="325"/>
              </a:spcBef>
              <a:buSzPts val="1800"/>
            </a:pPr>
            <a:endParaRPr lang="en-US" sz="1800" dirty="0">
              <a:solidFill>
                <a:schemeClr val="dk1"/>
              </a:solidFill>
              <a:latin typeface="Times New Roman"/>
              <a:ea typeface="Times New Roman"/>
              <a:cs typeface="Times New Roman"/>
              <a:sym typeface="Times New Roman"/>
            </a:endParaRP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develop a centralized system for managing college events.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provide students with easy access to event information.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simplify event registration and participation.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provide real-time updates about upcoming events.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manage participant details and event results efficiently.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provide students with easy access to their event certificates.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 reduce manual work for students, coordinators, and faculty.</a:t>
            </a:r>
          </a:p>
          <a:p>
            <a:pPr marL="344169" marR="0" lvl="0" indent="-342900" algn="just" rtl="0">
              <a:spcBef>
                <a:spcPts val="325"/>
              </a:spcBef>
              <a:spcAft>
                <a:spcPts val="0"/>
              </a:spcAft>
              <a:buClr>
                <a:srgbClr val="000000"/>
              </a:buClr>
              <a:buSzPts val="1800"/>
              <a:buFont typeface="Arial" panose="020B0604020202020204" pitchFamily="34" charset="0"/>
              <a:buChar char="•"/>
            </a:pPr>
            <a:endParaRPr sz="240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8469" marR="0" lvl="0" indent="-342899" algn="just" rtl="0">
              <a:lnSpc>
                <a:spcPct val="150000"/>
              </a:lnSpc>
              <a:spcBef>
                <a:spcPts val="325"/>
              </a:spcBef>
              <a:spcAft>
                <a:spcPts val="0"/>
              </a:spcAft>
              <a:buClr>
                <a:srgbClr val="000000"/>
              </a:buClr>
              <a:buSzPts val="1800"/>
              <a:buFont typeface="Arial"/>
              <a:buNone/>
            </a:pPr>
            <a:endParaRPr sz="1800" i="0" u="none" strike="noStrike" cap="none" dirty="0">
              <a:solidFill>
                <a:schemeClr val="dk1"/>
              </a:solidFill>
              <a:latin typeface="Times New Roman"/>
              <a:ea typeface="Times New Roman"/>
              <a:cs typeface="Times New Roman"/>
              <a:sym typeface="Times New Roman"/>
            </a:endParaRPr>
          </a:p>
        </p:txBody>
      </p:sp>
      <p:pic>
        <p:nvPicPr>
          <p:cNvPr id="160" name="Google Shape;160;p27"/>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161" name="Google Shape;161;p27" descr="KRCE Tiruchirappalli : Admission 2024, Courses, Fees, Placement, Cut Off"/>
          <p:cNvPicPr preferRelativeResize="0"/>
          <p:nvPr/>
        </p:nvPicPr>
        <p:blipFill rotWithShape="1">
          <a:blip r:embed="rId4">
            <a:alphaModFix/>
          </a:blip>
          <a:srcRect/>
          <a:stretch/>
        </p:blipFill>
        <p:spPr>
          <a:xfrm>
            <a:off x="10056813" y="333375"/>
            <a:ext cx="1219200" cy="1181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8"/>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000" b="1" dirty="0">
                <a:latin typeface="Times New Roman"/>
                <a:ea typeface="Times New Roman"/>
                <a:cs typeface="Times New Roman"/>
                <a:sym typeface="Times New Roman"/>
              </a:rPr>
              <a:t>ABSTRACT</a:t>
            </a:r>
            <a:endParaRPr sz="3000" b="1" dirty="0">
              <a:latin typeface="Times New Roman"/>
              <a:ea typeface="Times New Roman"/>
              <a:cs typeface="Times New Roman"/>
              <a:sym typeface="Times New Roman"/>
            </a:endParaRPr>
          </a:p>
        </p:txBody>
      </p:sp>
      <p:sp>
        <p:nvSpPr>
          <p:cNvPr id="168" name="Google Shape;168;p28"/>
          <p:cNvSpPr txBox="1">
            <a:spLocks noGrp="1"/>
          </p:cNvSpPr>
          <p:nvPr>
            <p:ph type="body" idx="1"/>
          </p:nvPr>
        </p:nvSpPr>
        <p:spPr>
          <a:xfrm>
            <a:off x="435429" y="1514475"/>
            <a:ext cx="11145471" cy="5489250"/>
          </a:xfrm>
          <a:prstGeom prst="rect">
            <a:avLst/>
          </a:prstGeom>
          <a:noFill/>
          <a:ln>
            <a:noFill/>
          </a:ln>
        </p:spPr>
        <p:txBody>
          <a:bodyPr spcFirstLastPara="1" wrap="square" lIns="91425" tIns="45700" rIns="91425" bIns="45700" anchor="ctr" anchorCtr="0">
            <a:noAutofit/>
          </a:bodyPr>
          <a:lstStyle/>
          <a:p>
            <a:pPr>
              <a:lnSpc>
                <a:spcPct val="100000"/>
              </a:lnSpc>
            </a:pPr>
            <a:r>
              <a:rPr lang="en-IN" sz="2400" dirty="0">
                <a:latin typeface="Times New Roman" panose="02020603050405020304" pitchFamily="18" charset="0"/>
                <a:cs typeface="Times New Roman" panose="02020603050405020304" pitchFamily="18" charset="0"/>
              </a:rPr>
              <a:t>College events are often managed through multiple channels such as notices, WhatsApp groups, Google Forms, and spreadsheets. This makes it difficult for students to find event information, register on time, track participation, and collect certificates.</a:t>
            </a:r>
          </a:p>
          <a:p>
            <a:pPr>
              <a:lnSpc>
                <a:spcPct val="100000"/>
              </a:lnSpc>
            </a:pPr>
            <a:r>
              <a:rPr lang="en-IN" sz="2400" dirty="0">
                <a:latin typeface="Times New Roman" panose="02020603050405020304" pitchFamily="18" charset="0"/>
                <a:cs typeface="Times New Roman" panose="02020603050405020304" pitchFamily="18" charset="0"/>
              </a:rPr>
              <a:t>The Smart Event Management System proposes a centralized platform that brings the major event-management activities into one system.</a:t>
            </a:r>
          </a:p>
          <a:p>
            <a:pPr>
              <a:lnSpc>
                <a:spcPct val="100000"/>
              </a:lnSpc>
            </a:pPr>
            <a:r>
              <a:rPr lang="en-IN" sz="2400" dirty="0">
                <a:latin typeface="Times New Roman" panose="02020603050405020304" pitchFamily="18" charset="0"/>
                <a:cs typeface="Times New Roman" panose="02020603050405020304" pitchFamily="18" charset="0"/>
              </a:rPr>
              <a:t>Students can view upcoming events, check event details, register, receive updates, view results, and access certificates. Event coordinators can manage event information, registrations, participants, winners, and certificate details.</a:t>
            </a:r>
          </a:p>
          <a:p>
            <a:pPr>
              <a:lnSpc>
                <a:spcPct val="100000"/>
              </a:lnSpc>
            </a:pPr>
            <a:r>
              <a:rPr lang="en-IN" sz="2400" dirty="0">
                <a:latin typeface="Times New Roman" panose="02020603050405020304" pitchFamily="18" charset="0"/>
                <a:cs typeface="Times New Roman" panose="02020603050405020304" pitchFamily="18" charset="0"/>
              </a:rPr>
              <a:t>The system aims to make college event management simple, organized, accessible, and efficient.</a:t>
            </a:r>
          </a:p>
          <a:p>
            <a:pPr marL="0" lvl="0" indent="0" algn="just">
              <a:lnSpc>
                <a:spcPct val="150000"/>
              </a:lnSpc>
              <a:spcBef>
                <a:spcPts val="0"/>
              </a:spcBef>
              <a:buSzPts val="3200"/>
              <a:buNone/>
            </a:pPr>
            <a:endParaRPr lang="en-US" sz="2400" dirty="0">
              <a:latin typeface="Times New Roman"/>
              <a:ea typeface="Times New Roman"/>
              <a:cs typeface="Times New Roman"/>
              <a:sym typeface="Times New Roman"/>
            </a:endParaRPr>
          </a:p>
          <a:p>
            <a:pPr marL="0" lvl="0" indent="0" algn="just">
              <a:lnSpc>
                <a:spcPct val="150000"/>
              </a:lnSpc>
              <a:spcBef>
                <a:spcPts val="0"/>
              </a:spcBef>
              <a:buSzPts val="3200"/>
              <a:buNone/>
            </a:pPr>
            <a:endParaRPr lang="en-IN" sz="2000" dirty="0">
              <a:latin typeface="Times New Roman"/>
              <a:ea typeface="Times New Roman"/>
              <a:cs typeface="Times New Roman"/>
              <a:sym typeface="Times New Roman"/>
            </a:endParaRPr>
          </a:p>
        </p:txBody>
      </p:sp>
      <p:pic>
        <p:nvPicPr>
          <p:cNvPr id="169" name="Google Shape;169;p28"/>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170" name="Google Shape;170;p28" descr="KRCE Tiruchirappalli : Admission 2024, Courses, Fees, Placement, Cut Off"/>
          <p:cNvPicPr preferRelativeResize="0"/>
          <p:nvPr/>
        </p:nvPicPr>
        <p:blipFill rotWithShape="1">
          <a:blip r:embed="rId4">
            <a:alphaModFix/>
          </a:blip>
          <a:srcRect/>
          <a:stretch/>
        </p:blipFill>
        <p:spPr>
          <a:xfrm>
            <a:off x="10056813" y="333375"/>
            <a:ext cx="1219200" cy="1181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0"/>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3000" b="1" dirty="0">
                <a:latin typeface="Times New Roman"/>
                <a:ea typeface="Times New Roman"/>
                <a:cs typeface="Times New Roman"/>
                <a:sym typeface="Times New Roman"/>
              </a:rPr>
              <a:t>EXISTING SYSTEM</a:t>
            </a:r>
            <a:endParaRPr sz="3000" b="1" dirty="0">
              <a:latin typeface="Times New Roman"/>
              <a:ea typeface="Times New Roman"/>
              <a:cs typeface="Times New Roman"/>
              <a:sym typeface="Times New Roman"/>
            </a:endParaRPr>
          </a:p>
        </p:txBody>
      </p:sp>
      <p:pic>
        <p:nvPicPr>
          <p:cNvPr id="186" name="Google Shape;186;p30"/>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187" name="Google Shape;187;p30" descr="KRCE Tiruchirappalli : Admission 2024, Courses, Fees, Placement, Cut Off"/>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188" name="Google Shape;188;p30"/>
          <p:cNvSpPr txBox="1">
            <a:spLocks noGrp="1"/>
          </p:cNvSpPr>
          <p:nvPr>
            <p:ph type="body" idx="1"/>
          </p:nvPr>
        </p:nvSpPr>
        <p:spPr>
          <a:xfrm>
            <a:off x="831813" y="1656934"/>
            <a:ext cx="10444200" cy="4699416"/>
          </a:xfrm>
          <a:prstGeom prst="rect">
            <a:avLst/>
          </a:prstGeom>
          <a:noFill/>
          <a:ln>
            <a:noFill/>
          </a:ln>
        </p:spPr>
        <p:txBody>
          <a:bodyPr spcFirstLastPara="1" wrap="square" lIns="91425" tIns="45700" rIns="91425" bIns="45700" anchor="ctr" anchorCtr="0">
            <a:noAutofit/>
          </a:bodyPr>
          <a:lstStyle/>
          <a:p>
            <a:pPr marL="114300" indent="0">
              <a:buNone/>
            </a:pPr>
            <a:r>
              <a:rPr lang="en-IN" sz="2400" dirty="0">
                <a:latin typeface="Times New Roman" panose="02020603050405020304" pitchFamily="18" charset="0"/>
                <a:cs typeface="Times New Roman" panose="02020603050405020304" pitchFamily="18" charset="0"/>
              </a:rPr>
              <a:t>Currently, college events are commonly managed using different individual methods:</a:t>
            </a:r>
          </a:p>
          <a:p>
            <a:pPr lvl="0"/>
            <a:r>
              <a:rPr lang="en-IN" sz="2400" dirty="0">
                <a:latin typeface="Times New Roman" panose="02020603050405020304" pitchFamily="18" charset="0"/>
                <a:cs typeface="Times New Roman" panose="02020603050405020304" pitchFamily="18" charset="0"/>
              </a:rPr>
              <a:t>Notice boards – Used for announcements. </a:t>
            </a:r>
          </a:p>
          <a:p>
            <a:pPr lvl="0"/>
            <a:r>
              <a:rPr lang="en-IN" sz="2400" dirty="0">
                <a:latin typeface="Times New Roman" panose="02020603050405020304" pitchFamily="18" charset="0"/>
                <a:cs typeface="Times New Roman" panose="02020603050405020304" pitchFamily="18" charset="0"/>
              </a:rPr>
              <a:t> WhatsApp groups – Used for event updates and communication. </a:t>
            </a:r>
          </a:p>
          <a:p>
            <a:pPr lvl="0"/>
            <a:r>
              <a:rPr lang="en-IN" sz="2400" dirty="0">
                <a:latin typeface="Times New Roman" panose="02020603050405020304" pitchFamily="18" charset="0"/>
                <a:cs typeface="Times New Roman" panose="02020603050405020304" pitchFamily="18" charset="0"/>
              </a:rPr>
              <a:t> Google Forms – Used for registration. </a:t>
            </a:r>
          </a:p>
          <a:p>
            <a:pPr lvl="0"/>
            <a:r>
              <a:rPr lang="en-IN" sz="2400" dirty="0">
                <a:latin typeface="Times New Roman" panose="02020603050405020304" pitchFamily="18" charset="0"/>
                <a:cs typeface="Times New Roman" panose="02020603050405020304" pitchFamily="18" charset="0"/>
              </a:rPr>
              <a:t> Excel/Spreadsheets – Used to maintain participant details. </a:t>
            </a:r>
          </a:p>
          <a:p>
            <a:pPr lvl="0"/>
            <a:r>
              <a:rPr lang="en-IN" sz="2400" dirty="0">
                <a:latin typeface="Times New Roman" panose="02020603050405020304" pitchFamily="18" charset="0"/>
                <a:cs typeface="Times New Roman" panose="02020603050405020304" pitchFamily="18" charset="0"/>
              </a:rPr>
              <a:t> Manual certificates – Certificates are distributed separately. </a:t>
            </a:r>
          </a:p>
          <a:p>
            <a:pPr lvl="0"/>
            <a:r>
              <a:rPr lang="en-IN" sz="2400" dirty="0">
                <a:latin typeface="Times New Roman" panose="02020603050405020304" pitchFamily="18" charset="0"/>
                <a:cs typeface="Times New Roman" panose="02020603050405020304" pitchFamily="18" charset="0"/>
              </a:rPr>
              <a:t> Separate announcements – Results and winner details may be shared through different channels. </a:t>
            </a:r>
          </a:p>
          <a:p>
            <a:pPr marL="0" lvl="0" indent="0" algn="just">
              <a:lnSpc>
                <a:spcPct val="150000"/>
              </a:lnSpc>
              <a:spcBef>
                <a:spcPts val="0"/>
              </a:spcBef>
              <a:buSzPts val="3200"/>
              <a:buNone/>
            </a:pPr>
            <a:endParaRPr lang="en-US" sz="2400" dirty="0">
              <a:latin typeface="Times New Roman" panose="02020603050405020304" pitchFamily="18" charset="0"/>
              <a:cs typeface="Times New Roman" panose="02020603050405020304" pitchFamily="18" charset="0"/>
            </a:endParaRPr>
          </a:p>
        </p:txBody>
      </p:sp>
      <p:sp>
        <p:nvSpPr>
          <p:cNvPr id="189" name="Google Shape;189;p30"/>
          <p:cNvSpPr txBox="1">
            <a:spLocks noGrp="1"/>
          </p:cNvSpPr>
          <p:nvPr>
            <p:ph type="dt" idx="10"/>
          </p:nvPr>
        </p:nvSpPr>
        <p:spPr>
          <a:xfrm>
            <a:off x="609600" y="6356350"/>
            <a:ext cx="2843100" cy="3636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r>
              <a:rPr lang="en-US"/>
              <a:t>2/6/2025</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A26AB215-F516-74C1-1C4F-AFEDB8AA96C5}"/>
            </a:ext>
          </a:extLst>
        </p:cNvPr>
        <p:cNvGrpSpPr/>
        <p:nvPr/>
      </p:nvGrpSpPr>
      <p:grpSpPr>
        <a:xfrm>
          <a:off x="0" y="0"/>
          <a:ext cx="0" cy="0"/>
          <a:chOff x="0" y="0"/>
          <a:chExt cx="0" cy="0"/>
        </a:xfrm>
      </p:grpSpPr>
      <p:pic>
        <p:nvPicPr>
          <p:cNvPr id="186" name="Google Shape;186;p30">
            <a:extLst>
              <a:ext uri="{FF2B5EF4-FFF2-40B4-BE49-F238E27FC236}">
                <a16:creationId xmlns:a16="http://schemas.microsoft.com/office/drawing/2014/main" id="{EFD6F605-B9B7-1C2C-D495-361EBF3982ED}"/>
              </a:ext>
            </a:extLst>
          </p:cNvPr>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187" name="Google Shape;187;p30" descr="KRCE Tiruchirappalli : Admission 2024, Courses, Fees, Placement, Cut Off">
            <a:extLst>
              <a:ext uri="{FF2B5EF4-FFF2-40B4-BE49-F238E27FC236}">
                <a16:creationId xmlns:a16="http://schemas.microsoft.com/office/drawing/2014/main" id="{12F54C17-B1F7-CEF8-3B34-71140D800590}"/>
              </a:ext>
            </a:extLst>
          </p:cNvPr>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188" name="Google Shape;188;p30">
            <a:extLst>
              <a:ext uri="{FF2B5EF4-FFF2-40B4-BE49-F238E27FC236}">
                <a16:creationId xmlns:a16="http://schemas.microsoft.com/office/drawing/2014/main" id="{258D2BEB-6AC3-5662-7248-CAF77B54F024}"/>
              </a:ext>
            </a:extLst>
          </p:cNvPr>
          <p:cNvSpPr txBox="1">
            <a:spLocks noGrp="1"/>
          </p:cNvSpPr>
          <p:nvPr>
            <p:ph type="body" idx="1"/>
          </p:nvPr>
        </p:nvSpPr>
        <p:spPr>
          <a:xfrm>
            <a:off x="831813" y="1656934"/>
            <a:ext cx="10444200" cy="4699416"/>
          </a:xfrm>
          <a:prstGeom prst="rect">
            <a:avLst/>
          </a:prstGeom>
          <a:noFill/>
          <a:ln>
            <a:noFill/>
          </a:ln>
        </p:spPr>
        <p:txBody>
          <a:bodyPr spcFirstLastPara="1" wrap="square" lIns="91425" tIns="45700" rIns="91425" bIns="45700" anchor="ctr" anchorCtr="0">
            <a:noAutofit/>
          </a:bodyPr>
          <a:lstStyle/>
          <a:p>
            <a:pPr marL="114300" indent="0">
              <a:buNone/>
            </a:pPr>
            <a:r>
              <a:rPr lang="en-IN" sz="2400" b="1" dirty="0">
                <a:latin typeface="Times New Roman" panose="02020603050405020304" pitchFamily="18" charset="0"/>
                <a:cs typeface="Times New Roman" panose="02020603050405020304" pitchFamily="18" charset="0"/>
              </a:rPr>
              <a:t>PROBLEMS IN EXISTING SYSTEM</a:t>
            </a:r>
          </a:p>
          <a:p>
            <a:pPr marL="114300" indent="0">
              <a:buNone/>
            </a:pP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Information is scattered across different platforms. </a:t>
            </a:r>
          </a:p>
          <a:p>
            <a:r>
              <a:rPr lang="en-IN" sz="2400" dirty="0">
                <a:latin typeface="Times New Roman" panose="02020603050405020304" pitchFamily="18" charset="0"/>
                <a:cs typeface="Times New Roman" panose="02020603050405020304" pitchFamily="18" charset="0"/>
              </a:rPr>
              <a:t>Students may miss important event updates. </a:t>
            </a:r>
          </a:p>
          <a:p>
            <a:r>
              <a:rPr lang="en-IN" sz="2400" dirty="0">
                <a:latin typeface="Times New Roman" panose="02020603050405020304" pitchFamily="18" charset="0"/>
                <a:cs typeface="Times New Roman" panose="02020603050405020304" pitchFamily="18" charset="0"/>
              </a:rPr>
              <a:t>Registration and participant tracking are mostly separate. </a:t>
            </a:r>
          </a:p>
          <a:p>
            <a:r>
              <a:rPr lang="en-IN" sz="2400" dirty="0">
                <a:latin typeface="Times New Roman" panose="02020603050405020304" pitchFamily="18" charset="0"/>
                <a:cs typeface="Times New Roman" panose="02020603050405020304" pitchFamily="18" charset="0"/>
              </a:rPr>
              <a:t>Difficult to check event availability/vacancies. </a:t>
            </a:r>
          </a:p>
          <a:p>
            <a:r>
              <a:rPr lang="en-IN" sz="2400" dirty="0">
                <a:latin typeface="Times New Roman" panose="02020603050405020304" pitchFamily="18" charset="0"/>
                <a:cs typeface="Times New Roman" panose="02020603050405020304" pitchFamily="18" charset="0"/>
              </a:rPr>
              <a:t>Certificate collection and tracking can be difficult. </a:t>
            </a:r>
          </a:p>
          <a:p>
            <a:r>
              <a:rPr lang="en-IN" sz="2400" dirty="0">
                <a:latin typeface="Times New Roman" panose="02020603050405020304" pitchFamily="18" charset="0"/>
                <a:cs typeface="Times New Roman" panose="02020603050405020304" pitchFamily="18" charset="0"/>
              </a:rPr>
              <a:t>Manual data management increases workload. </a:t>
            </a:r>
          </a:p>
          <a:p>
            <a:r>
              <a:rPr lang="en-IN" sz="2400" dirty="0">
                <a:latin typeface="Times New Roman" panose="02020603050405020304" pitchFamily="18" charset="0"/>
                <a:cs typeface="Times New Roman" panose="02020603050405020304" pitchFamily="18" charset="0"/>
              </a:rPr>
              <a:t>No single platform to track the complete event journey. </a:t>
            </a:r>
          </a:p>
          <a:p>
            <a:pPr marL="0" lvl="0" indent="0" algn="just">
              <a:lnSpc>
                <a:spcPct val="150000"/>
              </a:lnSpc>
              <a:spcBef>
                <a:spcPts val="0"/>
              </a:spcBef>
              <a:buSzPts val="3200"/>
              <a:buNone/>
            </a:pPr>
            <a:endParaRPr lang="en-US" sz="2400" dirty="0">
              <a:latin typeface="Times New Roman" panose="02020603050405020304" pitchFamily="18" charset="0"/>
              <a:cs typeface="Times New Roman" panose="02020603050405020304" pitchFamily="18" charset="0"/>
            </a:endParaRPr>
          </a:p>
        </p:txBody>
      </p:sp>
      <p:sp>
        <p:nvSpPr>
          <p:cNvPr id="189" name="Google Shape;189;p30">
            <a:extLst>
              <a:ext uri="{FF2B5EF4-FFF2-40B4-BE49-F238E27FC236}">
                <a16:creationId xmlns:a16="http://schemas.microsoft.com/office/drawing/2014/main" id="{6DE972BD-91E1-FED9-A0E2-04622B74F0D4}"/>
              </a:ext>
            </a:extLst>
          </p:cNvPr>
          <p:cNvSpPr txBox="1">
            <a:spLocks noGrp="1"/>
          </p:cNvSpPr>
          <p:nvPr>
            <p:ph type="dt" idx="10"/>
          </p:nvPr>
        </p:nvSpPr>
        <p:spPr>
          <a:xfrm>
            <a:off x="609600" y="6356350"/>
            <a:ext cx="2843100" cy="3636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200"/>
              <a:buNone/>
            </a:pPr>
            <a:r>
              <a:rPr lang="en-US"/>
              <a:t>2/6/2025</a:t>
            </a:r>
            <a:endParaRPr/>
          </a:p>
        </p:txBody>
      </p:sp>
    </p:spTree>
    <p:extLst>
      <p:ext uri="{BB962C8B-B14F-4D97-AF65-F5344CB8AC3E}">
        <p14:creationId xmlns:p14="http://schemas.microsoft.com/office/powerpoint/2010/main" val="2712327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1"/>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000" b="1" dirty="0">
                <a:latin typeface="Times New Roman"/>
                <a:ea typeface="Times New Roman"/>
                <a:cs typeface="Times New Roman"/>
                <a:sym typeface="Times New Roman"/>
              </a:rPr>
              <a:t>PROPOSED SYSTEM</a:t>
            </a:r>
            <a:endParaRPr sz="3000" b="1" dirty="0">
              <a:latin typeface="Times New Roman"/>
              <a:ea typeface="Times New Roman"/>
              <a:cs typeface="Times New Roman"/>
              <a:sym typeface="Times New Roman"/>
            </a:endParaRPr>
          </a:p>
        </p:txBody>
      </p:sp>
      <p:pic>
        <p:nvPicPr>
          <p:cNvPr id="196" name="Google Shape;196;p31"/>
          <p:cNvPicPr preferRelativeResize="0"/>
          <p:nvPr/>
        </p:nvPicPr>
        <p:blipFill rotWithShape="1">
          <a:blip r:embed="rId3">
            <a:alphaModFix/>
          </a:blip>
          <a:srcRect/>
          <a:stretch/>
        </p:blipFill>
        <p:spPr>
          <a:xfrm>
            <a:off x="831850" y="214313"/>
            <a:ext cx="1066800" cy="1057275"/>
          </a:xfrm>
          <a:prstGeom prst="rect">
            <a:avLst/>
          </a:prstGeom>
          <a:noFill/>
          <a:ln>
            <a:noFill/>
          </a:ln>
        </p:spPr>
      </p:pic>
      <p:pic>
        <p:nvPicPr>
          <p:cNvPr id="197" name="Google Shape;197;p31" descr="KRCE Tiruchirappalli : Admission 2024, Courses, Fees, Placement, Cut Off"/>
          <p:cNvPicPr preferRelativeResize="0"/>
          <p:nvPr/>
        </p:nvPicPr>
        <p:blipFill rotWithShape="1">
          <a:blip r:embed="rId4">
            <a:alphaModFix/>
          </a:blip>
          <a:srcRect/>
          <a:stretch/>
        </p:blipFill>
        <p:spPr>
          <a:xfrm>
            <a:off x="10056813" y="333375"/>
            <a:ext cx="1219200" cy="1181100"/>
          </a:xfrm>
          <a:prstGeom prst="rect">
            <a:avLst/>
          </a:prstGeom>
          <a:noFill/>
          <a:ln>
            <a:noFill/>
          </a:ln>
        </p:spPr>
      </p:pic>
      <p:sp>
        <p:nvSpPr>
          <p:cNvPr id="198" name="Google Shape;198;p31"/>
          <p:cNvSpPr txBox="1">
            <a:spLocks noGrp="1"/>
          </p:cNvSpPr>
          <p:nvPr>
            <p:ph type="body" idx="1"/>
          </p:nvPr>
        </p:nvSpPr>
        <p:spPr>
          <a:xfrm>
            <a:off x="1184223" y="1514475"/>
            <a:ext cx="9482190" cy="5205470"/>
          </a:xfrm>
          <a:prstGeom prst="rect">
            <a:avLst/>
          </a:prstGeom>
          <a:noFill/>
          <a:ln>
            <a:noFill/>
          </a:ln>
        </p:spPr>
        <p:txBody>
          <a:bodyPr spcFirstLastPara="1" wrap="square" lIns="91425" tIns="45700" rIns="91425" bIns="45700" anchor="ctr" anchorCtr="0">
            <a:noAutofit/>
          </a:bodyPr>
          <a:lstStyle/>
          <a:p>
            <a:pPr marL="114300" indent="0">
              <a:buNone/>
            </a:pPr>
            <a:r>
              <a:rPr lang="en-IN" sz="2000" b="1" dirty="0"/>
              <a:t> </a:t>
            </a:r>
            <a:r>
              <a:rPr lang="en-IN" sz="2400" b="1" dirty="0">
                <a:latin typeface="Times New Roman" panose="02020603050405020304" pitchFamily="18" charset="0"/>
                <a:cs typeface="Times New Roman" panose="02020603050405020304" pitchFamily="18" charset="0"/>
              </a:rPr>
              <a:t>Student Side:   </a:t>
            </a:r>
          </a:p>
          <a:p>
            <a:pPr marL="114300" indent="0">
              <a:buNone/>
            </a:pPr>
            <a:r>
              <a:rPr lang="en-IN" sz="2000" dirty="0"/>
              <a:t> </a:t>
            </a:r>
            <a:r>
              <a:rPr lang="en-IN" sz="2400" dirty="0">
                <a:latin typeface="Times New Roman" panose="02020603050405020304" pitchFamily="18" charset="0"/>
                <a:cs typeface="Times New Roman" panose="02020603050405020304" pitchFamily="18" charset="0"/>
              </a:rPr>
              <a:t>We propose a single centralized platform for managing college events.</a:t>
            </a:r>
          </a:p>
          <a:p>
            <a:pPr lvl="0"/>
            <a:r>
              <a:rPr lang="en-IN" sz="2400" dirty="0">
                <a:latin typeface="Times New Roman" panose="02020603050405020304" pitchFamily="18" charset="0"/>
                <a:cs typeface="Times New Roman" panose="02020603050405020304" pitchFamily="18" charset="0"/>
              </a:rPr>
              <a:t>View upcoming and ongoing events. </a:t>
            </a:r>
          </a:p>
          <a:p>
            <a:pPr lvl="0"/>
            <a:r>
              <a:rPr lang="en-IN" sz="2400" dirty="0">
                <a:latin typeface="Times New Roman" panose="02020603050405020304" pitchFamily="18" charset="0"/>
                <a:cs typeface="Times New Roman" panose="02020603050405020304" pitchFamily="18" charset="0"/>
              </a:rPr>
              <a:t>View complete event details. </a:t>
            </a:r>
          </a:p>
          <a:p>
            <a:pPr lvl="0"/>
            <a:r>
              <a:rPr lang="en-IN" sz="2400" dirty="0">
                <a:latin typeface="Times New Roman" panose="02020603050405020304" pitchFamily="18" charset="0"/>
                <a:cs typeface="Times New Roman" panose="02020603050405020304" pitchFamily="18" charset="0"/>
              </a:rPr>
              <a:t>Check available slots/vacancies. </a:t>
            </a:r>
          </a:p>
          <a:p>
            <a:pPr lvl="0"/>
            <a:r>
              <a:rPr lang="en-IN" sz="2400" dirty="0">
                <a:latin typeface="Times New Roman" panose="02020603050405020304" pitchFamily="18" charset="0"/>
                <a:cs typeface="Times New Roman" panose="02020603050405020304" pitchFamily="18" charset="0"/>
              </a:rPr>
              <a:t>Register/</a:t>
            </a:r>
            <a:r>
              <a:rPr lang="en-IN" sz="2400" dirty="0" err="1">
                <a:latin typeface="Times New Roman" panose="02020603050405020304" pitchFamily="18" charset="0"/>
                <a:cs typeface="Times New Roman" panose="02020603050405020304" pitchFamily="18" charset="0"/>
              </a:rPr>
              <a:t>enroll</a:t>
            </a:r>
            <a:r>
              <a:rPr lang="en-IN" sz="2400" dirty="0">
                <a:latin typeface="Times New Roman" panose="02020603050405020304" pitchFamily="18" charset="0"/>
                <a:cs typeface="Times New Roman" panose="02020603050405020304" pitchFamily="18" charset="0"/>
              </a:rPr>
              <a:t> for events. </a:t>
            </a:r>
          </a:p>
          <a:p>
            <a:pPr lvl="0"/>
            <a:r>
              <a:rPr lang="en-IN" sz="2400" dirty="0">
                <a:latin typeface="Times New Roman" panose="02020603050405020304" pitchFamily="18" charset="0"/>
                <a:cs typeface="Times New Roman" panose="02020603050405020304" pitchFamily="18" charset="0"/>
              </a:rPr>
              <a:t>Receive event notifications/updates. </a:t>
            </a:r>
          </a:p>
          <a:p>
            <a:pPr lvl="0"/>
            <a:r>
              <a:rPr lang="en-IN" sz="2400" dirty="0">
                <a:latin typeface="Times New Roman" panose="02020603050405020304" pitchFamily="18" charset="0"/>
                <a:cs typeface="Times New Roman" panose="02020603050405020304" pitchFamily="18" charset="0"/>
              </a:rPr>
              <a:t>View participation status. </a:t>
            </a:r>
          </a:p>
          <a:p>
            <a:pPr lvl="0"/>
            <a:r>
              <a:rPr lang="en-IN" sz="2400" dirty="0">
                <a:latin typeface="Times New Roman" panose="02020603050405020304" pitchFamily="18" charset="0"/>
                <a:cs typeface="Times New Roman" panose="02020603050405020304" pitchFamily="18" charset="0"/>
              </a:rPr>
              <a:t>View winners and results. </a:t>
            </a:r>
          </a:p>
          <a:p>
            <a:pPr lvl="0"/>
            <a:r>
              <a:rPr lang="en-IN" sz="2400" dirty="0">
                <a:latin typeface="Times New Roman" panose="02020603050405020304" pitchFamily="18" charset="0"/>
                <a:cs typeface="Times New Roman" panose="02020603050405020304" pitchFamily="18" charset="0"/>
              </a:rPr>
              <a:t>Access/download certificates. </a:t>
            </a:r>
          </a:p>
          <a:p>
            <a:pPr lvl="0"/>
            <a:r>
              <a:rPr lang="en-IN" sz="2400" dirty="0">
                <a:latin typeface="Times New Roman" panose="02020603050405020304" pitchFamily="18" charset="0"/>
                <a:cs typeface="Times New Roman" panose="02020603050405020304" pitchFamily="18" charset="0"/>
              </a:rPr>
              <a:t>View previous participation history.</a:t>
            </a:r>
          </a:p>
          <a:p>
            <a:pPr marL="0" lvl="0" indent="0" algn="ctr">
              <a:lnSpc>
                <a:spcPct val="100000"/>
              </a:lnSpc>
              <a:spcBef>
                <a:spcPts val="0"/>
              </a:spcBef>
              <a:buSzPts val="3200"/>
              <a:buNone/>
            </a:pPr>
            <a:r>
              <a:rPr lang="en-US" sz="2000" dirty="0">
                <a:latin typeface="Times New Roman"/>
                <a:ea typeface="Times New Roman"/>
                <a:cs typeface="Times New Roman"/>
                <a:sym typeface="Times New Roman"/>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5D9E4-F18F-F5D5-6F96-26E4ED5477DE}"/>
              </a:ext>
            </a:extLst>
          </p:cNvPr>
          <p:cNvSpPr>
            <a:spLocks noGrp="1"/>
          </p:cNvSpPr>
          <p:nvPr>
            <p:ph type="title"/>
          </p:nvPr>
        </p:nvSpPr>
        <p:spPr>
          <a:xfrm>
            <a:off x="1677837" y="279066"/>
            <a:ext cx="8683776" cy="1055767"/>
          </a:xfrm>
        </p:spPr>
        <p:txBody>
          <a:bodyPr/>
          <a:lstStyle/>
          <a:p>
            <a:r>
              <a:rPr lang="en-IN" sz="3000" dirty="0">
                <a:latin typeface="Times New Roman" panose="02020603050405020304" pitchFamily="18" charset="0"/>
                <a:cs typeface="Times New Roman" panose="02020603050405020304" pitchFamily="18" charset="0"/>
              </a:rPr>
              <a:t>                </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FA3D401-B449-A324-968F-7336341B91AF}"/>
              </a:ext>
            </a:extLst>
          </p:cNvPr>
          <p:cNvSpPr>
            <a:spLocks noGrp="1"/>
          </p:cNvSpPr>
          <p:nvPr>
            <p:ph type="body" idx="1"/>
          </p:nvPr>
        </p:nvSpPr>
        <p:spPr/>
        <p:txBody>
          <a:bodyPr/>
          <a:lstStyle/>
          <a:p>
            <a:pPr marL="114300" indent="0">
              <a:buNone/>
            </a:pPr>
            <a:r>
              <a:rPr lang="en-US" b="1" dirty="0"/>
              <a:t>   </a:t>
            </a:r>
          </a:p>
        </p:txBody>
      </p:sp>
      <p:pic>
        <p:nvPicPr>
          <p:cNvPr id="5" name="Picture 4">
            <a:extLst>
              <a:ext uri="{FF2B5EF4-FFF2-40B4-BE49-F238E27FC236}">
                <a16:creationId xmlns:a16="http://schemas.microsoft.com/office/drawing/2014/main" id="{D00D10BA-1B82-62BE-7C73-0E7921D71B7F}"/>
              </a:ext>
            </a:extLst>
          </p:cNvPr>
          <p:cNvPicPr>
            <a:picLocks noChangeAspect="1"/>
          </p:cNvPicPr>
          <p:nvPr/>
        </p:nvPicPr>
        <p:blipFill>
          <a:blip r:embed="rId2"/>
          <a:stretch>
            <a:fillRect/>
          </a:stretch>
        </p:blipFill>
        <p:spPr>
          <a:xfrm>
            <a:off x="10361613" y="234950"/>
            <a:ext cx="1219200" cy="1181100"/>
          </a:xfrm>
          <a:prstGeom prst="rect">
            <a:avLst/>
          </a:prstGeom>
        </p:spPr>
      </p:pic>
      <p:pic>
        <p:nvPicPr>
          <p:cNvPr id="9" name="Picture 8">
            <a:extLst>
              <a:ext uri="{FF2B5EF4-FFF2-40B4-BE49-F238E27FC236}">
                <a16:creationId xmlns:a16="http://schemas.microsoft.com/office/drawing/2014/main" id="{3234B224-BAAA-CDAD-1D73-3DF2A2C6CAD9}"/>
              </a:ext>
            </a:extLst>
          </p:cNvPr>
          <p:cNvPicPr>
            <a:picLocks noChangeAspect="1"/>
          </p:cNvPicPr>
          <p:nvPr/>
        </p:nvPicPr>
        <p:blipFill>
          <a:blip r:embed="rId3"/>
          <a:stretch>
            <a:fillRect/>
          </a:stretch>
        </p:blipFill>
        <p:spPr>
          <a:xfrm>
            <a:off x="609600" y="279066"/>
            <a:ext cx="1068237" cy="1055767"/>
          </a:xfrm>
          <a:prstGeom prst="rect">
            <a:avLst/>
          </a:prstGeom>
        </p:spPr>
      </p:pic>
      <p:sp>
        <p:nvSpPr>
          <p:cNvPr id="6" name="TextBox 5">
            <a:extLst>
              <a:ext uri="{FF2B5EF4-FFF2-40B4-BE49-F238E27FC236}">
                <a16:creationId xmlns:a16="http://schemas.microsoft.com/office/drawing/2014/main" id="{2AF4CD72-6F76-305F-1020-5ED3AA0D1D19}"/>
              </a:ext>
            </a:extLst>
          </p:cNvPr>
          <p:cNvSpPr txBox="1"/>
          <p:nvPr/>
        </p:nvSpPr>
        <p:spPr>
          <a:xfrm>
            <a:off x="1258112" y="1720840"/>
            <a:ext cx="7462414" cy="3785652"/>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Admin/Coordinator Side:</a:t>
            </a:r>
          </a:p>
          <a:p>
            <a:pPr>
              <a:buNone/>
            </a:pPr>
            <a:endParaRPr lang="en-IN" sz="2400"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sz="2400" dirty="0">
                <a:latin typeface="Times New Roman" panose="02020603050405020304" pitchFamily="18" charset="0"/>
                <a:cs typeface="Times New Roman" panose="02020603050405020304" pitchFamily="18" charset="0"/>
              </a:rPr>
              <a:t>Create and update events. </a:t>
            </a:r>
          </a:p>
          <a:p>
            <a:pPr marL="342900" lvl="0" indent="-342900">
              <a:buFont typeface="+mj-lt"/>
              <a:buAutoNum type="arabicPeriod"/>
            </a:pPr>
            <a:r>
              <a:rPr lang="en-IN" sz="2400" dirty="0">
                <a:latin typeface="Times New Roman" panose="02020603050405020304" pitchFamily="18" charset="0"/>
                <a:cs typeface="Times New Roman" panose="02020603050405020304" pitchFamily="18" charset="0"/>
              </a:rPr>
              <a:t>Add event date, venue, rules and description. </a:t>
            </a:r>
          </a:p>
          <a:p>
            <a:pPr marL="342900" lvl="0" indent="-342900">
              <a:buFont typeface="+mj-lt"/>
              <a:buAutoNum type="arabicPeriod"/>
            </a:pPr>
            <a:r>
              <a:rPr lang="en-IN" sz="2400" dirty="0">
                <a:latin typeface="Times New Roman" panose="02020603050405020304" pitchFamily="18" charset="0"/>
                <a:cs typeface="Times New Roman" panose="02020603050405020304" pitchFamily="18" charset="0"/>
              </a:rPr>
              <a:t>Manage registrations. </a:t>
            </a:r>
          </a:p>
          <a:p>
            <a:pPr marL="342900" lvl="0" indent="-342900">
              <a:buFont typeface="+mj-lt"/>
              <a:buAutoNum type="arabicPeriod"/>
            </a:pPr>
            <a:r>
              <a:rPr lang="en-IN" sz="2400" dirty="0">
                <a:latin typeface="Times New Roman" panose="02020603050405020304" pitchFamily="18" charset="0"/>
                <a:cs typeface="Times New Roman" panose="02020603050405020304" pitchFamily="18" charset="0"/>
              </a:rPr>
              <a:t>Track participants. </a:t>
            </a:r>
          </a:p>
          <a:p>
            <a:pPr marL="342900" lvl="0" indent="-342900">
              <a:buFont typeface="+mj-lt"/>
              <a:buAutoNum type="arabicPeriod"/>
            </a:pPr>
            <a:r>
              <a:rPr lang="en-IN" sz="2400" dirty="0">
                <a:latin typeface="Times New Roman" panose="02020603050405020304" pitchFamily="18" charset="0"/>
                <a:cs typeface="Times New Roman" panose="02020603050405020304" pitchFamily="18" charset="0"/>
              </a:rPr>
              <a:t>Update available slots. </a:t>
            </a:r>
          </a:p>
          <a:p>
            <a:pPr marL="342900" lvl="0" indent="-342900">
              <a:buFont typeface="+mj-lt"/>
              <a:buAutoNum type="arabicPeriod"/>
            </a:pPr>
            <a:r>
              <a:rPr lang="en-IN" sz="2400" dirty="0">
                <a:latin typeface="Times New Roman" panose="02020603050405020304" pitchFamily="18" charset="0"/>
                <a:cs typeface="Times New Roman" panose="02020603050405020304" pitchFamily="18" charset="0"/>
              </a:rPr>
              <a:t>Announce winners/results. </a:t>
            </a:r>
          </a:p>
          <a:p>
            <a:pPr marL="342900" lvl="0" indent="-342900">
              <a:buFont typeface="+mj-lt"/>
              <a:buAutoNum type="arabicPeriod"/>
            </a:pPr>
            <a:r>
              <a:rPr lang="en-IN" sz="2400" dirty="0">
                <a:latin typeface="Times New Roman" panose="02020603050405020304" pitchFamily="18" charset="0"/>
                <a:cs typeface="Times New Roman" panose="02020603050405020304" pitchFamily="18" charset="0"/>
              </a:rPr>
              <a:t>Manage certificate details. </a:t>
            </a:r>
          </a:p>
          <a:p>
            <a:pPr marL="342900" lvl="0" indent="-342900">
              <a:buFont typeface="+mj-lt"/>
              <a:buAutoNum type="arabicPeriod"/>
            </a:pPr>
            <a:r>
              <a:rPr lang="en-IN" sz="2400" dirty="0">
                <a:latin typeface="Times New Roman" panose="02020603050405020304" pitchFamily="18" charset="0"/>
                <a:cs typeface="Times New Roman" panose="02020603050405020304" pitchFamily="18" charset="0"/>
              </a:rPr>
              <a:t>Post event-related notifications.</a:t>
            </a:r>
          </a:p>
        </p:txBody>
      </p:sp>
    </p:spTree>
    <p:extLst>
      <p:ext uri="{BB962C8B-B14F-4D97-AF65-F5344CB8AC3E}">
        <p14:creationId xmlns:p14="http://schemas.microsoft.com/office/powerpoint/2010/main" val="3234879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39877-6B16-93FF-DE39-0CBC8954718D}"/>
              </a:ext>
            </a:extLst>
          </p:cNvPr>
          <p:cNvSpPr>
            <a:spLocks noGrp="1"/>
          </p:cNvSpPr>
          <p:nvPr>
            <p:ph type="title"/>
          </p:nvPr>
        </p:nvSpPr>
        <p:spPr/>
        <p:txBody>
          <a:bodyPr/>
          <a:lstStyle/>
          <a:p>
            <a:r>
              <a:rPr lang="en-US" dirty="0"/>
              <a:t>		  </a:t>
            </a:r>
            <a:r>
              <a:rPr lang="en-US" sz="3200" b="1" dirty="0">
                <a:latin typeface="Times New Roman" panose="02020603050405020304" pitchFamily="18" charset="0"/>
                <a:cs typeface="Times New Roman" panose="02020603050405020304" pitchFamily="18" charset="0"/>
              </a:rPr>
              <a:t>MODULES &amp; IMPLEMENTATION</a:t>
            </a:r>
            <a:r>
              <a:rPr lang="en-US" dirty="0"/>
              <a:t>	</a:t>
            </a:r>
            <a:endParaRPr lang="en-IN" sz="3200" dirty="0"/>
          </a:p>
        </p:txBody>
      </p:sp>
      <p:sp>
        <p:nvSpPr>
          <p:cNvPr id="3" name="Text Placeholder 2">
            <a:extLst>
              <a:ext uri="{FF2B5EF4-FFF2-40B4-BE49-F238E27FC236}">
                <a16:creationId xmlns:a16="http://schemas.microsoft.com/office/drawing/2014/main" id="{F09D98D0-7A52-8545-135F-8B7940BC15DB}"/>
              </a:ext>
            </a:extLst>
          </p:cNvPr>
          <p:cNvSpPr>
            <a:spLocks noGrp="1"/>
          </p:cNvSpPr>
          <p:nvPr>
            <p:ph type="body" idx="1"/>
          </p:nvPr>
        </p:nvSpPr>
        <p:spPr>
          <a:xfrm>
            <a:off x="1014334" y="1903204"/>
            <a:ext cx="10971213" cy="3651198"/>
          </a:xfrm>
        </p:spPr>
        <p:txBody>
          <a:bodyPr/>
          <a:lstStyle/>
          <a:p>
            <a:pPr marL="114300" indent="0">
              <a:buNone/>
            </a:pPr>
            <a:r>
              <a:rPr lang="en-IN" sz="2400" b="1" dirty="0">
                <a:latin typeface="Times New Roman" panose="02020603050405020304" pitchFamily="18" charset="0"/>
                <a:cs typeface="Times New Roman" panose="02020603050405020304" pitchFamily="18" charset="0"/>
              </a:rPr>
              <a:t>Module 1 – </a:t>
            </a:r>
            <a:r>
              <a:rPr lang="en-IN" sz="2400" dirty="0">
                <a:latin typeface="Times New Roman" panose="02020603050405020304" pitchFamily="18" charset="0"/>
                <a:cs typeface="Times New Roman" panose="02020603050405020304" pitchFamily="18" charset="0"/>
              </a:rPr>
              <a:t>Event Management</a:t>
            </a:r>
          </a:p>
          <a:p>
            <a:pPr marL="114300" indent="0">
              <a:buNone/>
            </a:pPr>
            <a:r>
              <a:rPr lang="en-US" altLang="en-US" sz="2400" dirty="0">
                <a:latin typeface="Times New Roman" panose="02020603050405020304" pitchFamily="18" charset="0"/>
                <a:cs typeface="Times New Roman" panose="02020603050405020304" pitchFamily="18" charset="0"/>
              </a:rPr>
              <a:t>Create, schedule, and manage event details such as name, date, venue, </a:t>
            </a:r>
          </a:p>
          <a:p>
            <a:pPr marL="114300" indent="0">
              <a:buNone/>
            </a:pPr>
            <a:r>
              <a:rPr lang="en-US" altLang="en-US" sz="2400" dirty="0">
                <a:latin typeface="Times New Roman" panose="02020603050405020304" pitchFamily="18" charset="0"/>
                <a:cs typeface="Times New Roman" panose="02020603050405020304" pitchFamily="18" charset="0"/>
              </a:rPr>
              <a:t>and description.</a:t>
            </a:r>
          </a:p>
          <a:p>
            <a:pPr marL="114300" indent="0">
              <a:buNone/>
            </a:pPr>
            <a:r>
              <a:rPr lang="en-IN" sz="2400" b="1" dirty="0">
                <a:latin typeface="Times New Roman" panose="02020603050405020304" pitchFamily="18" charset="0"/>
                <a:cs typeface="Times New Roman" panose="02020603050405020304" pitchFamily="18" charset="0"/>
              </a:rPr>
              <a:t>Module 2 – </a:t>
            </a:r>
            <a:r>
              <a:rPr lang="en-IN" sz="2400" dirty="0">
                <a:latin typeface="Times New Roman" panose="02020603050405020304" pitchFamily="18" charset="0"/>
                <a:cs typeface="Times New Roman" panose="02020603050405020304" pitchFamily="18" charset="0"/>
              </a:rPr>
              <a:t>Event Registration</a:t>
            </a:r>
          </a:p>
          <a:p>
            <a:pPr marL="114300" indent="0">
              <a:buNone/>
            </a:pPr>
            <a:r>
              <a:rPr lang="en-US" altLang="en-US" sz="2400" dirty="0">
                <a:latin typeface="Times New Roman" panose="02020603050405020304" pitchFamily="18" charset="0"/>
                <a:cs typeface="Times New Roman" panose="02020603050405020304" pitchFamily="18" charset="0"/>
              </a:rPr>
              <a:t>Allows participants to register for events and manage their registration details.</a:t>
            </a:r>
          </a:p>
          <a:p>
            <a:pPr marL="114300" indent="0">
              <a:buNone/>
            </a:pPr>
            <a:r>
              <a:rPr lang="en-IN" sz="2400" b="1" dirty="0">
                <a:latin typeface="Times New Roman" panose="02020603050405020304" pitchFamily="18" charset="0"/>
                <a:cs typeface="Times New Roman" panose="02020603050405020304" pitchFamily="18" charset="0"/>
              </a:rPr>
              <a:t>Module 3 – </a:t>
            </a:r>
            <a:r>
              <a:rPr lang="en-IN" sz="2400" dirty="0">
                <a:latin typeface="Times New Roman" panose="02020603050405020304" pitchFamily="18" charset="0"/>
                <a:cs typeface="Times New Roman" panose="02020603050405020304" pitchFamily="18" charset="0"/>
              </a:rPr>
              <a:t>Vacancy / Slot Management</a:t>
            </a:r>
          </a:p>
          <a:p>
            <a:pPr marL="114300" indent="0">
              <a:buNone/>
            </a:pPr>
            <a:r>
              <a:rPr lang="en-US" altLang="en-US" sz="2400" dirty="0">
                <a:latin typeface="Times New Roman" panose="02020603050405020304" pitchFamily="18" charset="0"/>
                <a:cs typeface="Times New Roman" panose="02020603050405020304" pitchFamily="18" charset="0"/>
              </a:rPr>
              <a:t>Tracks available slots and automatically updates the number of remaining</a:t>
            </a:r>
          </a:p>
          <a:p>
            <a:pPr marL="114300" indent="0">
              <a:buNone/>
            </a:pPr>
            <a:r>
              <a:rPr lang="en-US" altLang="en-US" sz="2400" dirty="0">
                <a:latin typeface="Times New Roman" panose="02020603050405020304" pitchFamily="18" charset="0"/>
                <a:cs typeface="Times New Roman" panose="02020603050405020304" pitchFamily="18" charset="0"/>
              </a:rPr>
              <a:t> vacancies.</a:t>
            </a:r>
          </a:p>
          <a:p>
            <a:pPr marL="114300" indent="0">
              <a:buNone/>
            </a:pP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760D4DC-ADC7-F402-DCB6-C061D3738EE2}"/>
              </a:ext>
            </a:extLst>
          </p:cNvPr>
          <p:cNvPicPr>
            <a:picLocks noChangeAspect="1"/>
          </p:cNvPicPr>
          <p:nvPr/>
        </p:nvPicPr>
        <p:blipFill>
          <a:blip r:embed="rId2"/>
          <a:stretch>
            <a:fillRect/>
          </a:stretch>
        </p:blipFill>
        <p:spPr>
          <a:xfrm>
            <a:off x="609600" y="279066"/>
            <a:ext cx="1068237" cy="1055767"/>
          </a:xfrm>
          <a:prstGeom prst="rect">
            <a:avLst/>
          </a:prstGeom>
        </p:spPr>
      </p:pic>
      <p:pic>
        <p:nvPicPr>
          <p:cNvPr id="7" name="Picture 6">
            <a:extLst>
              <a:ext uri="{FF2B5EF4-FFF2-40B4-BE49-F238E27FC236}">
                <a16:creationId xmlns:a16="http://schemas.microsoft.com/office/drawing/2014/main" id="{A114B836-FCA4-8914-000B-F4D20DA07F58}"/>
              </a:ext>
            </a:extLst>
          </p:cNvPr>
          <p:cNvPicPr>
            <a:picLocks noChangeAspect="1"/>
          </p:cNvPicPr>
          <p:nvPr/>
        </p:nvPicPr>
        <p:blipFill>
          <a:blip r:embed="rId3"/>
          <a:stretch>
            <a:fillRect/>
          </a:stretch>
        </p:blipFill>
        <p:spPr>
          <a:xfrm>
            <a:off x="10361613" y="234950"/>
            <a:ext cx="1219200" cy="1181100"/>
          </a:xfrm>
          <a:prstGeom prst="rect">
            <a:avLst/>
          </a:prstGeom>
        </p:spPr>
      </p:pic>
    </p:spTree>
    <p:extLst>
      <p:ext uri="{BB962C8B-B14F-4D97-AF65-F5344CB8AC3E}">
        <p14:creationId xmlns:p14="http://schemas.microsoft.com/office/powerpoint/2010/main" val="3060696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2CC3D-9940-F9F2-E5AB-8BED22C9E5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A173B5-660A-E039-FD14-4B896A22ECAD}"/>
              </a:ext>
            </a:extLst>
          </p:cNvPr>
          <p:cNvSpPr>
            <a:spLocks noGrp="1"/>
          </p:cNvSpPr>
          <p:nvPr>
            <p:ph type="title"/>
          </p:nvPr>
        </p:nvSpPr>
        <p:spPr/>
        <p:txBody>
          <a:bodyPr/>
          <a:lstStyle/>
          <a:p>
            <a:r>
              <a:rPr lang="en-US" dirty="0"/>
              <a:t>		  </a:t>
            </a:r>
            <a:r>
              <a:rPr lang="en-US" sz="3200" b="1" dirty="0">
                <a:latin typeface="Times New Roman" panose="02020603050405020304" pitchFamily="18" charset="0"/>
                <a:cs typeface="Times New Roman" panose="02020603050405020304" pitchFamily="18" charset="0"/>
              </a:rPr>
              <a:t>MODULES &amp; IMPLEMENTATION</a:t>
            </a:r>
            <a:r>
              <a:rPr lang="en-US" dirty="0"/>
              <a:t>	</a:t>
            </a:r>
            <a:endParaRPr lang="en-IN" sz="3200" dirty="0"/>
          </a:p>
        </p:txBody>
      </p:sp>
      <p:sp>
        <p:nvSpPr>
          <p:cNvPr id="3" name="Text Placeholder 2">
            <a:extLst>
              <a:ext uri="{FF2B5EF4-FFF2-40B4-BE49-F238E27FC236}">
                <a16:creationId xmlns:a16="http://schemas.microsoft.com/office/drawing/2014/main" id="{545AD051-3119-9904-141F-FEE29A29AE9D}"/>
              </a:ext>
            </a:extLst>
          </p:cNvPr>
          <p:cNvSpPr>
            <a:spLocks noGrp="1"/>
          </p:cNvSpPr>
          <p:nvPr>
            <p:ph type="body" idx="1"/>
          </p:nvPr>
        </p:nvSpPr>
        <p:spPr>
          <a:xfrm>
            <a:off x="1024167" y="1922869"/>
            <a:ext cx="10971213" cy="3651198"/>
          </a:xfrm>
        </p:spPr>
        <p:txBody>
          <a:bodyPr/>
          <a:lstStyle/>
          <a:p>
            <a:pPr marL="114300" indent="0">
              <a:buNone/>
            </a:pPr>
            <a:r>
              <a:rPr lang="en-IN" sz="2400" b="1" dirty="0">
                <a:latin typeface="Times New Roman" panose="02020603050405020304" pitchFamily="18" charset="0"/>
                <a:cs typeface="Times New Roman" panose="02020603050405020304" pitchFamily="18" charset="0"/>
                <a:sym typeface="+mn-ea"/>
              </a:rPr>
              <a:t>Module 4 – </a:t>
            </a:r>
            <a:r>
              <a:rPr lang="en-IN" sz="2400" dirty="0">
                <a:latin typeface="Times New Roman" panose="02020603050405020304" pitchFamily="18" charset="0"/>
                <a:cs typeface="Times New Roman" panose="02020603050405020304" pitchFamily="18" charset="0"/>
                <a:sym typeface="+mn-ea"/>
              </a:rPr>
              <a:t>Notifications &amp; Updates</a:t>
            </a:r>
          </a:p>
          <a:p>
            <a:pPr marL="114300" indent="0">
              <a:buNone/>
            </a:pPr>
            <a:r>
              <a:rPr lang="en-US" altLang="en-US" sz="2400" dirty="0">
                <a:latin typeface="Times New Roman" panose="02020603050405020304" pitchFamily="18" charset="0"/>
                <a:cs typeface="Times New Roman" panose="02020603050405020304" pitchFamily="18" charset="0"/>
                <a:sym typeface="+mn-ea"/>
              </a:rPr>
              <a:t>Sends participants important notifications, reminders, and event updates.</a:t>
            </a:r>
          </a:p>
          <a:p>
            <a:pPr marL="114300" indent="0">
              <a:buNone/>
            </a:pPr>
            <a:r>
              <a:rPr lang="en-IN" sz="2400" b="1" dirty="0">
                <a:latin typeface="Times New Roman" panose="02020603050405020304" pitchFamily="18" charset="0"/>
                <a:cs typeface="Times New Roman" panose="02020603050405020304" pitchFamily="18" charset="0"/>
                <a:sym typeface="+mn-ea"/>
              </a:rPr>
              <a:t>Module 5 – </a:t>
            </a:r>
            <a:r>
              <a:rPr lang="en-IN" sz="2400" dirty="0">
                <a:latin typeface="Times New Roman" panose="02020603050405020304" pitchFamily="18" charset="0"/>
                <a:cs typeface="Times New Roman" panose="02020603050405020304" pitchFamily="18" charset="0"/>
                <a:sym typeface="+mn-ea"/>
              </a:rPr>
              <a:t>Results &amp; Winner Management</a:t>
            </a:r>
          </a:p>
          <a:p>
            <a:pPr marL="114300" indent="0">
              <a:buNone/>
            </a:pPr>
            <a:r>
              <a:rPr lang="en-US" altLang="en-US" sz="2400" dirty="0">
                <a:latin typeface="Times New Roman" panose="02020603050405020304" pitchFamily="18" charset="0"/>
                <a:cs typeface="Times New Roman" panose="02020603050405020304" pitchFamily="18" charset="0"/>
                <a:sym typeface="+mn-ea"/>
              </a:rPr>
              <a:t>Records event results and manages winner details for each competition.</a:t>
            </a:r>
          </a:p>
          <a:p>
            <a:pPr marL="114300" indent="0">
              <a:buNone/>
            </a:pPr>
            <a:r>
              <a:rPr lang="en-IN" sz="2400" b="1" dirty="0">
                <a:latin typeface="Times New Roman" panose="02020603050405020304" pitchFamily="18" charset="0"/>
                <a:cs typeface="Times New Roman" panose="02020603050405020304" pitchFamily="18" charset="0"/>
                <a:sym typeface="+mn-ea"/>
              </a:rPr>
              <a:t>Module 6 – </a:t>
            </a:r>
            <a:r>
              <a:rPr lang="en-IN" sz="2400" dirty="0">
                <a:latin typeface="Times New Roman" panose="02020603050405020304" pitchFamily="18" charset="0"/>
                <a:cs typeface="Times New Roman" panose="02020603050405020304" pitchFamily="18" charset="0"/>
                <a:sym typeface="+mn-ea"/>
              </a:rPr>
              <a:t>Certificate Management</a:t>
            </a:r>
          </a:p>
          <a:p>
            <a:pPr marL="114300" indent="0">
              <a:buNone/>
            </a:pPr>
            <a:r>
              <a:rPr lang="en-US" altLang="en-US" sz="2400" dirty="0">
                <a:latin typeface="Times New Roman" panose="02020603050405020304" pitchFamily="18" charset="0"/>
                <a:cs typeface="Times New Roman" panose="02020603050405020304" pitchFamily="18" charset="0"/>
                <a:sym typeface="+mn-ea"/>
              </a:rPr>
              <a:t>Generates and provides certificates to eligible participants and winners.</a:t>
            </a:r>
            <a:endParaRPr lang="en-US" sz="2400" dirty="0"/>
          </a:p>
          <a:p>
            <a:pPr marL="114300" indent="0">
              <a:buNone/>
            </a:pPr>
            <a:r>
              <a:rPr lang="en-US" altLang="zh-CN" sz="2400" b="1" dirty="0">
                <a:latin typeface="Times New Roman" panose="02020603050405020304" pitchFamily="18" charset="0"/>
                <a:cs typeface="Times New Roman" panose="02020603050405020304" pitchFamily="18" charset="0"/>
              </a:rPr>
              <a:t>Module 7 </a:t>
            </a:r>
            <a:r>
              <a:rPr lang="en-US" altLang="zh-CN" sz="1600" dirty="0"/>
              <a:t>–</a:t>
            </a:r>
            <a:r>
              <a:rPr lang="en-US" altLang="zh-CN" sz="2400" dirty="0">
                <a:latin typeface="Times New Roman" panose="02020603050405020304" pitchFamily="18" charset="0"/>
                <a:cs typeface="Times New Roman" panose="02020603050405020304" pitchFamily="18" charset="0"/>
              </a:rPr>
              <a:t> Admin Dashboard</a:t>
            </a:r>
          </a:p>
          <a:p>
            <a:pPr marL="114300" indent="0">
              <a:buNone/>
            </a:pPr>
            <a:r>
              <a:rPr lang="en-US" altLang="en-US" sz="2400" dirty="0">
                <a:latin typeface="Times New Roman" panose="02020603050405020304" pitchFamily="18" charset="0"/>
                <a:cs typeface="Times New Roman" panose="02020603050405020304" pitchFamily="18" charset="0"/>
              </a:rPr>
              <a:t>Provides administrators with a centralized view to monitor and control all </a:t>
            </a:r>
          </a:p>
          <a:p>
            <a:pPr marL="114300" indent="0">
              <a:buNone/>
            </a:pPr>
            <a:r>
              <a:rPr lang="en-US" altLang="en-US" sz="2400" dirty="0">
                <a:latin typeface="Times New Roman" panose="02020603050405020304" pitchFamily="18" charset="0"/>
                <a:cs typeface="Times New Roman" panose="02020603050405020304" pitchFamily="18" charset="0"/>
              </a:rPr>
              <a:t>event activities.</a:t>
            </a:r>
          </a:p>
          <a:p>
            <a:pPr marL="114300" indent="0">
              <a:buNone/>
            </a:pP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326D684-FCC0-1730-725F-5F54F330C9C4}"/>
              </a:ext>
            </a:extLst>
          </p:cNvPr>
          <p:cNvPicPr>
            <a:picLocks noChangeAspect="1"/>
          </p:cNvPicPr>
          <p:nvPr/>
        </p:nvPicPr>
        <p:blipFill>
          <a:blip r:embed="rId2"/>
          <a:stretch>
            <a:fillRect/>
          </a:stretch>
        </p:blipFill>
        <p:spPr>
          <a:xfrm>
            <a:off x="609600" y="279066"/>
            <a:ext cx="1068237" cy="1055767"/>
          </a:xfrm>
          <a:prstGeom prst="rect">
            <a:avLst/>
          </a:prstGeom>
        </p:spPr>
      </p:pic>
      <p:pic>
        <p:nvPicPr>
          <p:cNvPr id="7" name="Picture 6">
            <a:extLst>
              <a:ext uri="{FF2B5EF4-FFF2-40B4-BE49-F238E27FC236}">
                <a16:creationId xmlns:a16="http://schemas.microsoft.com/office/drawing/2014/main" id="{00ADD893-881C-99E2-4994-233BE054B974}"/>
              </a:ext>
            </a:extLst>
          </p:cNvPr>
          <p:cNvPicPr>
            <a:picLocks noChangeAspect="1"/>
          </p:cNvPicPr>
          <p:nvPr/>
        </p:nvPicPr>
        <p:blipFill>
          <a:blip r:embed="rId3"/>
          <a:stretch>
            <a:fillRect/>
          </a:stretch>
        </p:blipFill>
        <p:spPr>
          <a:xfrm>
            <a:off x="10361613" y="234950"/>
            <a:ext cx="1219200" cy="1181100"/>
          </a:xfrm>
          <a:prstGeom prst="rect">
            <a:avLst/>
          </a:prstGeom>
        </p:spPr>
      </p:pic>
    </p:spTree>
    <p:extLst>
      <p:ext uri="{BB962C8B-B14F-4D97-AF65-F5344CB8AC3E}">
        <p14:creationId xmlns:p14="http://schemas.microsoft.com/office/powerpoint/2010/main" val="3086120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86DFA-430A-43C8-CA5B-7A7ED1DB2572}"/>
              </a:ext>
            </a:extLst>
          </p:cNvPr>
          <p:cNvSpPr>
            <a:spLocks noGrp="1"/>
          </p:cNvSpPr>
          <p:nvPr>
            <p:ph type="title"/>
          </p:nvPr>
        </p:nvSpPr>
        <p:spPr>
          <a:xfrm>
            <a:off x="4182256" y="274638"/>
            <a:ext cx="3297836" cy="1141412"/>
          </a:xfrm>
        </p:spPr>
        <p:txBody>
          <a:bodyPr/>
          <a:lstStyle/>
          <a:p>
            <a:r>
              <a:rPr lang="en-IN" sz="3000" b="1" dirty="0">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E5EB1985-CE31-FA4F-4A6B-6DCDC626EBE0}"/>
              </a:ext>
            </a:extLst>
          </p:cNvPr>
          <p:cNvSpPr>
            <a:spLocks noGrp="1"/>
          </p:cNvSpPr>
          <p:nvPr>
            <p:ph type="body" idx="1"/>
          </p:nvPr>
        </p:nvSpPr>
        <p:spPr/>
        <p:txBody>
          <a:bodyPr/>
          <a:lstStyle/>
          <a:p>
            <a:pPr marL="114300" indent="0">
              <a:buNone/>
            </a:pP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Smart Event Management System provides a centralized solution for managing college events efficiently.</a:t>
            </a:r>
          </a:p>
          <a:p>
            <a:r>
              <a:rPr lang="en-IN" sz="2400" dirty="0">
                <a:latin typeface="Times New Roman" panose="02020603050405020304" pitchFamily="18" charset="0"/>
                <a:cs typeface="Times New Roman" panose="02020603050405020304" pitchFamily="18" charset="0"/>
              </a:rPr>
              <a:t>It reduces dependency on multiple platforms and minimizes manual management. Students can easily discover events, register, receive updates, check results, and access certificates from one platform.</a:t>
            </a:r>
          </a:p>
          <a:p>
            <a:r>
              <a:rPr lang="en-IN" sz="2400" dirty="0">
                <a:latin typeface="Times New Roman" panose="02020603050405020304" pitchFamily="18" charset="0"/>
                <a:cs typeface="Times New Roman" panose="02020603050405020304" pitchFamily="18" charset="0"/>
              </a:rPr>
              <a:t>The proposed system can improve organization, accessibility, transparency, and convenience in college event management.</a:t>
            </a:r>
          </a:p>
          <a:p>
            <a:endParaRPr lang="en-IN" dirty="0"/>
          </a:p>
        </p:txBody>
      </p:sp>
      <p:pic>
        <p:nvPicPr>
          <p:cNvPr id="5" name="Picture 4">
            <a:extLst>
              <a:ext uri="{FF2B5EF4-FFF2-40B4-BE49-F238E27FC236}">
                <a16:creationId xmlns:a16="http://schemas.microsoft.com/office/drawing/2014/main" id="{85F4D510-523C-6D29-E850-0B17E0DCC820}"/>
              </a:ext>
            </a:extLst>
          </p:cNvPr>
          <p:cNvPicPr>
            <a:picLocks noChangeAspect="1"/>
          </p:cNvPicPr>
          <p:nvPr/>
        </p:nvPicPr>
        <p:blipFill>
          <a:blip r:embed="rId2"/>
          <a:stretch>
            <a:fillRect/>
          </a:stretch>
        </p:blipFill>
        <p:spPr>
          <a:xfrm>
            <a:off x="609600" y="279066"/>
            <a:ext cx="1068237" cy="1055767"/>
          </a:xfrm>
          <a:prstGeom prst="rect">
            <a:avLst/>
          </a:prstGeom>
        </p:spPr>
      </p:pic>
      <p:pic>
        <p:nvPicPr>
          <p:cNvPr id="7" name="Picture 6">
            <a:extLst>
              <a:ext uri="{FF2B5EF4-FFF2-40B4-BE49-F238E27FC236}">
                <a16:creationId xmlns:a16="http://schemas.microsoft.com/office/drawing/2014/main" id="{684EF6D3-2247-8AC1-EBDB-49DDD8121974}"/>
              </a:ext>
            </a:extLst>
          </p:cNvPr>
          <p:cNvPicPr>
            <a:picLocks noChangeAspect="1"/>
          </p:cNvPicPr>
          <p:nvPr/>
        </p:nvPicPr>
        <p:blipFill>
          <a:blip r:embed="rId3"/>
          <a:stretch>
            <a:fillRect/>
          </a:stretch>
        </p:blipFill>
        <p:spPr>
          <a:xfrm>
            <a:off x="10361613" y="234950"/>
            <a:ext cx="1219200" cy="1181100"/>
          </a:xfrm>
          <a:prstGeom prst="rect">
            <a:avLst/>
          </a:prstGeom>
        </p:spPr>
      </p:pic>
    </p:spTree>
    <p:extLst>
      <p:ext uri="{BB962C8B-B14F-4D97-AF65-F5344CB8AC3E}">
        <p14:creationId xmlns:p14="http://schemas.microsoft.com/office/powerpoint/2010/main" val="2813934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6172EF9-59C7-4B02-92BC-AE114C5217E4}"/>
              </a:ext>
            </a:extLst>
          </p:cNvPr>
          <p:cNvSpPr>
            <a:spLocks noGrp="1"/>
          </p:cNvSpPr>
          <p:nvPr>
            <p:ph type="body" idx="1"/>
          </p:nvPr>
        </p:nvSpPr>
        <p:spPr>
          <a:xfrm>
            <a:off x="619593" y="1496390"/>
            <a:ext cx="10971213" cy="4524375"/>
          </a:xfrm>
        </p:spPr>
        <p:txBody>
          <a:bodyPr/>
          <a:lstStyle/>
          <a:p>
            <a:pPr lvl="0"/>
            <a:endParaRPr lang="en-IN" sz="2400" dirty="0">
              <a:latin typeface="Times New Roman" panose="02020603050405020304" pitchFamily="18" charset="0"/>
              <a:cs typeface="Times New Roman" panose="02020603050405020304" pitchFamily="18" charset="0"/>
            </a:endParaRPr>
          </a:p>
          <a:p>
            <a:pPr lvl="0"/>
            <a:endParaRPr lang="en-IN" sz="2400" dirty="0">
              <a:latin typeface="Times New Roman" panose="02020603050405020304" pitchFamily="18" charset="0"/>
              <a:cs typeface="Times New Roman" panose="02020603050405020304" pitchFamily="18" charset="0"/>
            </a:endParaRPr>
          </a:p>
          <a:p>
            <a:pPr lvl="0"/>
            <a:endParaRPr lang="en-IN" sz="2400" dirty="0">
              <a:latin typeface="Times New Roman" panose="02020603050405020304" pitchFamily="18" charset="0"/>
              <a:cs typeface="Times New Roman" panose="02020603050405020304" pitchFamily="18" charset="0"/>
            </a:endParaRPr>
          </a:p>
          <a:p>
            <a:pPr lvl="0"/>
            <a:endParaRPr lang="en-IN" sz="2400" dirty="0">
              <a:latin typeface="Times New Roman" panose="02020603050405020304" pitchFamily="18" charset="0"/>
              <a:cs typeface="Times New Roman" panose="02020603050405020304" pitchFamily="18" charset="0"/>
            </a:endParaRPr>
          </a:p>
          <a:p>
            <a:pPr lvl="0"/>
            <a:endParaRPr lang="en-IN" sz="2400" dirty="0">
              <a:latin typeface="Times New Roman" panose="02020603050405020304" pitchFamily="18" charset="0"/>
              <a:cs typeface="Times New Roman" panose="02020603050405020304" pitchFamily="18" charset="0"/>
            </a:endParaRPr>
          </a:p>
          <a:p>
            <a:pPr lvl="0"/>
            <a:endParaRPr lang="en-IN" sz="2400" dirty="0">
              <a:latin typeface="Times New Roman" panose="02020603050405020304" pitchFamily="18" charset="0"/>
              <a:cs typeface="Times New Roman" panose="02020603050405020304" pitchFamily="18" charset="0"/>
            </a:endParaRPr>
          </a:p>
          <a:p>
            <a:pPr lvl="0"/>
            <a:endParaRPr lang="en-IN" sz="2400" dirty="0">
              <a:latin typeface="Times New Roman" panose="02020603050405020304" pitchFamily="18" charset="0"/>
              <a:cs typeface="Times New Roman" panose="02020603050405020304" pitchFamily="18" charset="0"/>
            </a:endParaRPr>
          </a:p>
          <a:p>
            <a:pPr lvl="0"/>
            <a:endParaRPr lang="en-IN" sz="2400" dirty="0">
              <a:latin typeface="Times New Roman" panose="02020603050405020304" pitchFamily="18" charset="0"/>
              <a:cs typeface="Times New Roman" panose="02020603050405020304" pitchFamily="18" charset="0"/>
            </a:endParaRPr>
          </a:p>
          <a:p>
            <a:pPr lvl="0"/>
            <a:endParaRPr lang="en-IN" sz="2400" dirty="0">
              <a:latin typeface="Times New Roman" panose="02020603050405020304" pitchFamily="18" charset="0"/>
              <a:cs typeface="Times New Roman" panose="02020603050405020304" pitchFamily="18" charset="0"/>
            </a:endParaRPr>
          </a:p>
          <a:p>
            <a:pPr lvl="0"/>
            <a:endParaRPr lang="en-IN" sz="2400" dirty="0">
              <a:latin typeface="Times New Roman" panose="02020603050405020304" pitchFamily="18" charset="0"/>
              <a:cs typeface="Times New Roman" panose="02020603050405020304" pitchFamily="18" charset="0"/>
            </a:endParaRPr>
          </a:p>
          <a:p>
            <a:pPr lvl="0"/>
            <a:endParaRPr lang="en-IN" sz="2400" dirty="0">
              <a:latin typeface="Times New Roman" panose="02020603050405020304" pitchFamily="18" charset="0"/>
              <a:cs typeface="Times New Roman" panose="02020603050405020304" pitchFamily="18" charset="0"/>
            </a:endParaRPr>
          </a:p>
          <a:p>
            <a:pPr lvl="0"/>
            <a:endParaRPr lang="en-IN" sz="2400" dirty="0">
              <a:latin typeface="Times New Roman" panose="02020603050405020304" pitchFamily="18" charset="0"/>
              <a:cs typeface="Times New Roman" panose="02020603050405020304" pitchFamily="18" charset="0"/>
            </a:endParaRPr>
          </a:p>
          <a:p>
            <a:pPr lvl="0"/>
            <a:endParaRPr lang="en-IN" sz="2400" dirty="0">
              <a:latin typeface="Times New Roman" panose="02020603050405020304" pitchFamily="18" charset="0"/>
              <a:cs typeface="Times New Roman" panose="02020603050405020304" pitchFamily="18" charset="0"/>
            </a:endParaRPr>
          </a:p>
          <a:p>
            <a:pPr lvl="0"/>
            <a:endParaRPr lang="en-IN" sz="2400" dirty="0">
              <a:latin typeface="Times New Roman" panose="02020603050405020304" pitchFamily="18" charset="0"/>
              <a:cs typeface="Times New Roman" panose="02020603050405020304" pitchFamily="18" charset="0"/>
            </a:endParaRPr>
          </a:p>
          <a:p>
            <a:endParaRPr lang="en-IN" sz="2400" dirty="0"/>
          </a:p>
        </p:txBody>
      </p:sp>
      <p:pic>
        <p:nvPicPr>
          <p:cNvPr id="5" name="Picture 4">
            <a:extLst>
              <a:ext uri="{FF2B5EF4-FFF2-40B4-BE49-F238E27FC236}">
                <a16:creationId xmlns:a16="http://schemas.microsoft.com/office/drawing/2014/main" id="{68CE70CD-E944-B2B8-55B4-45DBE5CAF040}"/>
              </a:ext>
            </a:extLst>
          </p:cNvPr>
          <p:cNvPicPr>
            <a:picLocks noChangeAspect="1"/>
          </p:cNvPicPr>
          <p:nvPr/>
        </p:nvPicPr>
        <p:blipFill>
          <a:blip r:embed="rId2"/>
          <a:stretch>
            <a:fillRect/>
          </a:stretch>
        </p:blipFill>
        <p:spPr>
          <a:xfrm>
            <a:off x="609600" y="205541"/>
            <a:ext cx="1068237" cy="1055767"/>
          </a:xfrm>
          <a:prstGeom prst="rect">
            <a:avLst/>
          </a:prstGeom>
        </p:spPr>
      </p:pic>
      <p:pic>
        <p:nvPicPr>
          <p:cNvPr id="7" name="Picture 6">
            <a:extLst>
              <a:ext uri="{FF2B5EF4-FFF2-40B4-BE49-F238E27FC236}">
                <a16:creationId xmlns:a16="http://schemas.microsoft.com/office/drawing/2014/main" id="{BD366810-3BCD-3D1E-F430-9D0DDB694C46}"/>
              </a:ext>
            </a:extLst>
          </p:cNvPr>
          <p:cNvPicPr>
            <a:picLocks noChangeAspect="1"/>
          </p:cNvPicPr>
          <p:nvPr/>
        </p:nvPicPr>
        <p:blipFill>
          <a:blip r:embed="rId3"/>
          <a:stretch>
            <a:fillRect/>
          </a:stretch>
        </p:blipFill>
        <p:spPr>
          <a:xfrm>
            <a:off x="10361613" y="234950"/>
            <a:ext cx="1219200" cy="1181100"/>
          </a:xfrm>
          <a:prstGeom prst="rect">
            <a:avLst/>
          </a:prstGeom>
        </p:spPr>
      </p:pic>
      <p:sp>
        <p:nvSpPr>
          <p:cNvPr id="11" name="TextBox 10">
            <a:extLst>
              <a:ext uri="{FF2B5EF4-FFF2-40B4-BE49-F238E27FC236}">
                <a16:creationId xmlns:a16="http://schemas.microsoft.com/office/drawing/2014/main" id="{42019215-22D5-3FCB-CEDB-355AE818D9E4}"/>
              </a:ext>
            </a:extLst>
          </p:cNvPr>
          <p:cNvSpPr txBox="1"/>
          <p:nvPr/>
        </p:nvSpPr>
        <p:spPr>
          <a:xfrm>
            <a:off x="2415650" y="2563317"/>
            <a:ext cx="7360699" cy="1323439"/>
          </a:xfrm>
          <a:prstGeom prst="rect">
            <a:avLst/>
          </a:prstGeom>
          <a:noFill/>
        </p:spPr>
        <p:txBody>
          <a:bodyPr wrap="square" rtlCol="0">
            <a:spAutoFit/>
          </a:bodyPr>
          <a:lstStyle/>
          <a:p>
            <a:r>
              <a:rPr lang="en-IN" sz="4400" dirty="0"/>
              <a:t>  </a:t>
            </a:r>
            <a:r>
              <a:rPr lang="en-IN" sz="8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029106497"/>
      </p:ext>
    </p:extLst>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372</TotalTime>
  <Words>713</Words>
  <Application>Microsoft Office PowerPoint</Application>
  <PresentationFormat>Widescreen</PresentationFormat>
  <Paragraphs>120</Paragraphs>
  <Slides>11</Slides>
  <Notes>6</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11</vt:i4>
      </vt:variant>
    </vt:vector>
  </HeadingPairs>
  <TitlesOfParts>
    <vt:vector size="16" baseType="lpstr">
      <vt:lpstr>Arial</vt:lpstr>
      <vt:lpstr>Calibri</vt:lpstr>
      <vt:lpstr>Times New Roman</vt:lpstr>
      <vt:lpstr>Office Theme</vt:lpstr>
      <vt:lpstr>1_Office Theme</vt:lpstr>
      <vt:lpstr>PowerPoint Presentation</vt:lpstr>
      <vt:lpstr>OBJECTIVE</vt:lpstr>
      <vt:lpstr>ABSTRACT</vt:lpstr>
      <vt:lpstr>EXISTING SYSTEM</vt:lpstr>
      <vt:lpstr>PowerPoint Presentation</vt:lpstr>
      <vt:lpstr>PROPOSED SYSTEM</vt:lpstr>
      <vt:lpstr>                </vt:lpstr>
      <vt:lpstr>    MODULES &amp; IMPLEMENTATION </vt:lpstr>
      <vt:lpstr>    MODULES &amp; IMPLEMENTATION </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shiyam</dc:creator>
  <cp:lastModifiedBy>pradeepa D</cp:lastModifiedBy>
  <cp:revision>10</cp:revision>
  <dcterms:modified xsi:type="dcterms:W3CDTF">2026-09-24T04:11:18Z</dcterms:modified>
</cp:coreProperties>
</file>